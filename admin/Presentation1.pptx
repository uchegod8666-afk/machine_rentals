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slideLayouts/slideLayout19.xml" ContentType="application/vnd.openxmlformats-officedocument.presentationml.slideLayout+xml"/>
  <Override PartName="/ppt/theme/theme2.xml" ContentType="application/vnd.openxmlformats-officedocument.theme+xml"/>
  <Override PartName="/ppt/tags/tag21.xml" ContentType="application/vnd.openxmlformats-officedocument.presentationml.tags+xml"/>
  <Override PartName="/ppt/tags/tag22.xml" ContentType="application/vnd.openxmlformats-officedocument.presentationml.tags+xml"/>
  <Override PartName="/ppt/theme/theme3.xml" ContentType="application/vnd.openxmlformats-officedocument.theme+xml"/>
  <Override PartName="/ppt/theme/theme4.xml" ContentType="application/vnd.openxmlformats-officedocument.theme+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embedTrueTypeFonts="1" autoCompressPictures="0">
  <p:sldMasterIdLst>
    <p:sldMasterId id="2147483686" r:id="rId5"/>
    <p:sldMasterId id="2147483718" r:id="rId6"/>
  </p:sldMasterIdLst>
  <p:notesMasterIdLst>
    <p:notesMasterId r:id="rId13"/>
  </p:notesMasterIdLst>
  <p:handoutMasterIdLst>
    <p:handoutMasterId r:id="rId14"/>
  </p:handoutMasterIdLst>
  <p:sldIdLst>
    <p:sldId id="283" r:id="rId7"/>
    <p:sldId id="282" r:id="rId8"/>
    <p:sldId id="284" r:id="rId9"/>
    <p:sldId id="285" r:id="rId10"/>
    <p:sldId id="286" r:id="rId11"/>
    <p:sldId id="276" r:id="rId12"/>
  </p:sldIdLst>
  <p:sldSz cx="12192000" cy="6858000"/>
  <p:notesSz cx="6858000" cy="9144000"/>
  <p:custDataLst>
    <p:tags r:id="rId15"/>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1974"/>
    <a:srgbClr val="A92082"/>
    <a:srgbClr val="3265A3"/>
    <a:srgbClr val="712177"/>
    <a:srgbClr val="0000FF"/>
    <a:srgbClr val="E88A2A"/>
    <a:srgbClr val="D0D8E8"/>
    <a:srgbClr val="E5BAD2"/>
    <a:srgbClr val="F1DCE7"/>
    <a:srgbClr val="E0A9C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6723" autoAdjust="0"/>
  </p:normalViewPr>
  <p:slideViewPr>
    <p:cSldViewPr snapToGrid="0" snapToObjects="1">
      <p:cViewPr varScale="1">
        <p:scale>
          <a:sx n="47" d="100"/>
          <a:sy n="47" d="100"/>
        </p:scale>
        <p:origin x="52" y="336"/>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0"/>
    </p:cViewPr>
  </p:sorterViewPr>
  <p:notesViewPr>
    <p:cSldViewPr snapToGrid="0" snapToObjects="1">
      <p:cViewPr varScale="1">
        <p:scale>
          <a:sx n="87" d="100"/>
          <a:sy n="87" d="100"/>
        </p:scale>
        <p:origin x="3840"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5.xml"/><Relationship Id="rId5" Type="http://schemas.openxmlformats.org/officeDocument/2006/relationships/slideMaster" Target="slideMasters/slideMaster1.xml"/><Relationship Id="rId15"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tableStyles" Target="tableStyles.xml"/><Relationship Id="rId4" Type="http://schemas.openxmlformats.org/officeDocument/2006/relationships/customXml" Target="../customXml/item4.xml"/><Relationship Id="rId9" Type="http://schemas.openxmlformats.org/officeDocument/2006/relationships/slide" Target="slides/slide3.xml"/><Relationship Id="rId14"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2" Type="http://schemas.openxmlformats.org/officeDocument/2006/relationships/tags" Target="../tags/tag23.xml"/><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597B178-A91E-4469-9EA0-E1527DD95F7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E7608EF4-5C79-4AFA-9899-96E6946346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9EBA139-3B7E-490D-ACEE-802017B6EB01}" type="datetime4">
              <a:rPr lang="en-GB" smtClean="0"/>
              <a:t>10 April 2026</a:t>
            </a:fld>
            <a:endParaRPr lang="en-GB"/>
          </a:p>
        </p:txBody>
      </p:sp>
      <p:sp>
        <p:nvSpPr>
          <p:cNvPr id="4" name="Footer Placeholder 3">
            <a:extLst>
              <a:ext uri="{FF2B5EF4-FFF2-40B4-BE49-F238E27FC236}">
                <a16:creationId xmlns:a16="http://schemas.microsoft.com/office/drawing/2014/main" id="{DAF1BFB4-60B9-4A76-A7B3-8D6EB8E34B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A31AAA7-7909-48FE-B0CF-8A2C6C41BF2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8CEAEF9-FBB2-4B13-9653-5C8FF93FDD41}" type="slidenum">
              <a:rPr lang="en-GB" smtClean="0"/>
              <a:t>‹#›</a:t>
            </a:fld>
            <a:endParaRPr lang="en-GB"/>
          </a:p>
        </p:txBody>
      </p:sp>
    </p:spTree>
    <p:custDataLst>
      <p:tags r:id="rId2"/>
    </p:custDataLst>
    <p:extLst>
      <p:ext uri="{BB962C8B-B14F-4D97-AF65-F5344CB8AC3E}">
        <p14:creationId xmlns:p14="http://schemas.microsoft.com/office/powerpoint/2010/main" val="4031503389"/>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3C0F8-154A-422E-ABE0-9613BBA3C2C3}" type="datetime4">
              <a:rPr lang="en-GB" smtClean="0"/>
              <a:t>10 April 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D17DF-788C-A04E-AECC-79B89994B30D}" type="slidenum">
              <a:rPr lang="en-US" smtClean="0"/>
              <a:t>‹#›</a:t>
            </a:fld>
            <a:endParaRPr lang="en-US"/>
          </a:p>
        </p:txBody>
      </p:sp>
    </p:spTree>
    <p:extLst>
      <p:ext uri="{BB962C8B-B14F-4D97-AF65-F5344CB8AC3E}">
        <p14:creationId xmlns:p14="http://schemas.microsoft.com/office/powerpoint/2010/main" val="1352231973"/>
      </p:ext>
    </p:extLst>
  </p:cSld>
  <p:clrMap bg1="lt1" tx1="dk1" bg2="lt2" tx2="dk2" accent1="accent1" accent2="accent2" accent3="accent3" accent4="accent4" accent5="accent5" accent6="accent6" hlink="hlink" folHlink="folHlink"/>
  <p:hf hdr="0" ftr="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slideMaster" Target="../slideMasters/slideMaster1.xml"/><Relationship Id="rId1" Type="http://schemas.openxmlformats.org/officeDocument/2006/relationships/tags" Target="../tags/tag4.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slideMaster" Target="../slideMasters/slideMaster1.xml"/><Relationship Id="rId1" Type="http://schemas.openxmlformats.org/officeDocument/2006/relationships/tags" Target="../tags/tag5.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ags" Target="../tags/tag6.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7.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8.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slideMaster" Target="../slideMasters/slideMaster2.xml"/><Relationship Id="rId1" Type="http://schemas.openxmlformats.org/officeDocument/2006/relationships/tags" Target="../tags/tag2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1963" y="1891795"/>
            <a:ext cx="11268075" cy="900000"/>
          </a:xfrm>
          <a:prstGeom prst="rect">
            <a:avLst/>
          </a:prstGeom>
        </p:spPr>
        <p:txBody>
          <a:bodyPr anchor="b">
            <a:noAutofit/>
          </a:bodyPr>
          <a:lstStyle>
            <a:lvl1pPr algn="l">
              <a:defRPr sz="5400" b="1" i="0">
                <a:solidFill>
                  <a:srgbClr val="712177"/>
                </a:solidFill>
                <a:latin typeface="+mj-lt"/>
              </a:defRPr>
            </a:lvl1pPr>
          </a:lstStyle>
          <a:p>
            <a:r>
              <a:rPr lang="en-US" dirty="0"/>
              <a:t>Click to add title</a:t>
            </a:r>
          </a:p>
        </p:txBody>
      </p:sp>
      <p:sp>
        <p:nvSpPr>
          <p:cNvPr id="3" name="Subtitle 2"/>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7" name="Date Placeholder 3">
            <a:extLst>
              <a:ext uri="{FF2B5EF4-FFF2-40B4-BE49-F238E27FC236}">
                <a16:creationId xmlns:a16="http://schemas.microsoft.com/office/drawing/2014/main" id="{2D6CDEE8-B750-A3C6-0C55-77BFBC0A398E}"/>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5" name="Slide Number Placeholder 2">
            <a:extLst>
              <a:ext uri="{FF2B5EF4-FFF2-40B4-BE49-F238E27FC236}">
                <a16:creationId xmlns:a16="http://schemas.microsoft.com/office/drawing/2014/main" id="{F534E014-862A-646E-770E-DDA1DEA411BA}"/>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3467889470"/>
      </p:ext>
    </p:extLst>
  </p:cSld>
  <p:clrMapOvr>
    <a:masterClrMapping/>
  </p:clrMapOvr>
  <p:extLst>
    <p:ext uri="{DCECCB84-F9BA-43D5-87BE-67443E8EF086}">
      <p15:sldGuideLst xmlns:p15="http://schemas.microsoft.com/office/powerpoint/2012/main">
        <p15:guide id="1" orient="horz" pos="2160" userDrawn="1">
          <p15:clr>
            <a:srgbClr val="FBAE40"/>
          </p15:clr>
        </p15:guide>
        <p15:guide id="2" orient="horz" pos="417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461963" y="1891795"/>
            <a:ext cx="11268075" cy="900000"/>
          </a:xfrm>
          <a:prstGeom prst="rect">
            <a:avLst/>
          </a:prstGeom>
        </p:spPr>
        <p:txBody>
          <a:bodyPr anchor="b">
            <a:noAutofit/>
          </a:bodyPr>
          <a:lstStyle>
            <a:lvl1pPr algn="l">
              <a:defRPr sz="5400" b="1" i="0">
                <a:solidFill>
                  <a:srgbClr val="712177"/>
                </a:solidFill>
                <a:latin typeface="+mj-lt"/>
              </a:defRPr>
            </a:lvl1pPr>
          </a:lstStyle>
          <a:p>
            <a:r>
              <a:rPr lang="en-US" dirty="0"/>
              <a:t>Click to add title</a:t>
            </a:r>
          </a:p>
        </p:txBody>
      </p:sp>
      <p:sp>
        <p:nvSpPr>
          <p:cNvPr id="3" name="Subtitle 2"/>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Date Placeholder 3">
            <a:extLst>
              <a:ext uri="{FF2B5EF4-FFF2-40B4-BE49-F238E27FC236}">
                <a16:creationId xmlns:a16="http://schemas.microsoft.com/office/drawing/2014/main" id="{F1BCADC8-E81A-39A5-2FDE-EE7AF0693F55}"/>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4" name="Slide Number Placeholder 2">
            <a:extLst>
              <a:ext uri="{FF2B5EF4-FFF2-40B4-BE49-F238E27FC236}">
                <a16:creationId xmlns:a16="http://schemas.microsoft.com/office/drawing/2014/main" id="{C61DD616-BBBF-1CA7-0A6E-DB116137DF96}"/>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252431998"/>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0A0D5D64-37AE-E8E1-A229-D8F16F747BDB}"/>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CD6FA8DF-7DBE-E3C0-9DC7-14B446E86B3C}"/>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Date Placeholder 3">
            <a:extLst>
              <a:ext uri="{FF2B5EF4-FFF2-40B4-BE49-F238E27FC236}">
                <a16:creationId xmlns:a16="http://schemas.microsoft.com/office/drawing/2014/main" id="{427A1A72-8419-4BF9-39A6-4B9BE712BDB8}"/>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535C6BC4-C4F1-F4DE-6EB8-D3C1A9F3CF17}"/>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2388396326"/>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DDAD698D-D09A-4448-8CC9-6FDB6E998675}"/>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348AF8AF-7F9A-D46B-EF6F-77FDE66126DE}"/>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Date Placeholder 3">
            <a:extLst>
              <a:ext uri="{FF2B5EF4-FFF2-40B4-BE49-F238E27FC236}">
                <a16:creationId xmlns:a16="http://schemas.microsoft.com/office/drawing/2014/main" id="{7FC20479-E8D0-CFB3-E3AC-2E39D40A1E7B}"/>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4EDEE7A4-EE7E-2196-0E5C-2E9C34FF1138}"/>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3776026510"/>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35B80BA-D356-3610-BF65-202EFD645CAF}"/>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BD870580-5ABC-C2A0-E8A5-FB14C70E88A7}"/>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1" name="Date Placeholder 3">
            <a:extLst>
              <a:ext uri="{FF2B5EF4-FFF2-40B4-BE49-F238E27FC236}">
                <a16:creationId xmlns:a16="http://schemas.microsoft.com/office/drawing/2014/main" id="{0C20E5C6-D5E3-68BC-982A-76AC66EC209B}"/>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880C36A2-0162-27CB-AA52-88D88A530489}"/>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1178441494"/>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B6191426-F98B-5C9D-86F4-CEB3AE0A9640}"/>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4CB5A26F-3A29-66C1-4A91-57F3A640BDC2}"/>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Date Placeholder 3">
            <a:extLst>
              <a:ext uri="{FF2B5EF4-FFF2-40B4-BE49-F238E27FC236}">
                <a16:creationId xmlns:a16="http://schemas.microsoft.com/office/drawing/2014/main" id="{957F04DD-E361-506F-3569-CE7E57656E29}"/>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49D09E61-0CBE-EF7B-21D3-5DA63F6A3F5F}"/>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421157606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4958755C-14D1-105B-F695-5CA66AD12A78}"/>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D8899F69-6BAE-A353-9161-4BDF720338C9}"/>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Date Placeholder 3">
            <a:extLst>
              <a:ext uri="{FF2B5EF4-FFF2-40B4-BE49-F238E27FC236}">
                <a16:creationId xmlns:a16="http://schemas.microsoft.com/office/drawing/2014/main" id="{7D043446-E056-D254-CD32-EDBBAFE41C22}"/>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AE7575CC-2031-1E88-8D8C-7430C334D6AF}"/>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438169349"/>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7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CA74F23-E496-2BE1-3F5D-D929F0F82D07}"/>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E49A9D5A-4DF8-BF9A-89FF-EF3781923B91}"/>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Date Placeholder 3">
            <a:extLst>
              <a:ext uri="{FF2B5EF4-FFF2-40B4-BE49-F238E27FC236}">
                <a16:creationId xmlns:a16="http://schemas.microsoft.com/office/drawing/2014/main" id="{1AF515E4-AB1A-B508-5B27-62EA659E4E3F}"/>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929FDF75-641F-2CD8-0B4C-D6B3E6A5F416}"/>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821306341"/>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Title Slid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321C7CDD-4864-6E73-1196-F508A642D37E}"/>
              </a:ext>
            </a:extLst>
          </p:cNvPr>
          <p:cNvSpPr>
            <a:spLocks noGrp="1"/>
          </p:cNvSpPr>
          <p:nvPr>
            <p:ph type="ctrTitle" hasCustomPrompt="1"/>
          </p:nvPr>
        </p:nvSpPr>
        <p:spPr>
          <a:xfrm>
            <a:off x="461963" y="1891795"/>
            <a:ext cx="11268075" cy="900000"/>
          </a:xfrm>
          <a:prstGeom prst="rect">
            <a:avLst/>
          </a:prstGeom>
        </p:spPr>
        <p:txBody>
          <a:bodyPr anchor="b">
            <a:normAutofit/>
          </a:bodyPr>
          <a:lstStyle>
            <a:lvl1pPr algn="l">
              <a:defRPr sz="5400" b="1" i="0">
                <a:solidFill>
                  <a:srgbClr val="712177"/>
                </a:solidFill>
                <a:latin typeface="+mj-lt"/>
              </a:defRPr>
            </a:lvl1pPr>
          </a:lstStyle>
          <a:p>
            <a:r>
              <a:rPr lang="en-US" dirty="0"/>
              <a:t>Click to add title</a:t>
            </a:r>
          </a:p>
        </p:txBody>
      </p:sp>
      <p:sp>
        <p:nvSpPr>
          <p:cNvPr id="6" name="Subtitle 2">
            <a:extLst>
              <a:ext uri="{FF2B5EF4-FFF2-40B4-BE49-F238E27FC236}">
                <a16:creationId xmlns:a16="http://schemas.microsoft.com/office/drawing/2014/main" id="{E6FF9B70-DB71-4F56-D5CF-295FFAC63C1D}"/>
              </a:ext>
            </a:extLst>
          </p:cNvPr>
          <p:cNvSpPr>
            <a:spLocks noGrp="1"/>
          </p:cNvSpPr>
          <p:nvPr>
            <p:ph type="subTitle" idx="1" hasCustomPrompt="1"/>
          </p:nvPr>
        </p:nvSpPr>
        <p:spPr>
          <a:xfrm>
            <a:off x="461963" y="2791795"/>
            <a:ext cx="11268075"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Date Placeholder 3">
            <a:extLst>
              <a:ext uri="{FF2B5EF4-FFF2-40B4-BE49-F238E27FC236}">
                <a16:creationId xmlns:a16="http://schemas.microsoft.com/office/drawing/2014/main" id="{27606EFF-E15E-D6D4-1475-FA2FE18217B0}"/>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A0387E6D-CAFB-43E0-CEC6-536DD9F0D5CB}"/>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3194114375"/>
      </p:ext>
    </p:extLst>
  </p:cSld>
  <p:clrMapOvr>
    <a:masterClrMapping/>
  </p:clrMapOvr>
  <p:extLst>
    <p:ext uri="{DCECCB84-F9BA-43D5-87BE-67443E8EF086}">
      <p15:sldGuideLst xmlns:p15="http://schemas.microsoft.com/office/powerpoint/2012/main">
        <p15:guide id="1" orient="horz"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963" y="1746783"/>
            <a:ext cx="11268075" cy="1080000"/>
          </a:xfrm>
          <a:prstGeom prst="rect">
            <a:avLst/>
          </a:prstGeom>
        </p:spPr>
        <p:txBody>
          <a:bodyPr anchor="b"/>
          <a:lstStyle>
            <a:lvl1pPr>
              <a:defRPr sz="6000" b="1" i="0">
                <a:solidFill>
                  <a:srgbClr val="712177"/>
                </a:solidFill>
                <a:latin typeface="+mj-lt"/>
              </a:defRPr>
            </a:lvl1pPr>
          </a:lstStyle>
          <a:p>
            <a:r>
              <a:rPr lang="en-US" dirty="0"/>
              <a:t>Click to add title</a:t>
            </a:r>
          </a:p>
        </p:txBody>
      </p:sp>
      <p:sp>
        <p:nvSpPr>
          <p:cNvPr id="3" name="Text Placeholder 2"/>
          <p:cNvSpPr>
            <a:spLocks noGrp="1"/>
          </p:cNvSpPr>
          <p:nvPr>
            <p:ph type="body" idx="1" hasCustomPrompt="1"/>
          </p:nvPr>
        </p:nvSpPr>
        <p:spPr>
          <a:xfrm>
            <a:off x="461963" y="3087962"/>
            <a:ext cx="11268000" cy="900000"/>
          </a:xfrm>
          <a:prstGeom prst="rect">
            <a:avLst/>
          </a:prstGeom>
        </p:spPr>
        <p:txBody>
          <a:bodyPr/>
          <a:lstStyle>
            <a:lvl1pPr marL="0" indent="0" algn="l">
              <a:lnSpc>
                <a:spcPct val="90000"/>
              </a:lnSpc>
              <a:spcBef>
                <a:spcPts val="1000"/>
              </a:spcBef>
              <a:buNone/>
              <a:defRPr sz="2400" b="0">
                <a:solidFill>
                  <a:schemeClr val="tx1"/>
                </a:solidFill>
                <a:latin typeface="+mn-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add text</a:t>
            </a:r>
          </a:p>
        </p:txBody>
      </p:sp>
      <p:cxnSp>
        <p:nvCxnSpPr>
          <p:cNvPr id="7" name="Straight Connector 6">
            <a:extLst>
              <a:ext uri="{C183D7F6-B498-43B3-948B-1728B52AA6E4}">
                <adec:decorative xmlns:adec="http://schemas.microsoft.com/office/drawing/2017/decorative" val="1"/>
              </a:ext>
            </a:extLst>
          </p:cNvPr>
          <p:cNvCxnSpPr>
            <a:cxnSpLocks/>
          </p:cNvCxnSpPr>
          <p:nvPr userDrawn="1"/>
        </p:nvCxnSpPr>
        <p:spPr>
          <a:xfrm>
            <a:off x="569913" y="2905641"/>
            <a:ext cx="11160125" cy="0"/>
          </a:xfrm>
          <a:prstGeom prst="line">
            <a:avLst/>
          </a:prstGeom>
          <a:ln w="25400">
            <a:solidFill>
              <a:srgbClr val="712177"/>
            </a:solidFill>
          </a:ln>
        </p:spPr>
        <p:style>
          <a:lnRef idx="1">
            <a:schemeClr val="accent1"/>
          </a:lnRef>
          <a:fillRef idx="0">
            <a:schemeClr val="accent1"/>
          </a:fillRef>
          <a:effectRef idx="0">
            <a:schemeClr val="accent1"/>
          </a:effectRef>
          <a:fontRef idx="minor">
            <a:schemeClr val="tx1"/>
          </a:fontRef>
        </p:style>
      </p:cxnSp>
      <p:sp>
        <p:nvSpPr>
          <p:cNvPr id="10" name="Date Placeholder 3">
            <a:extLst>
              <a:ext uri="{FF2B5EF4-FFF2-40B4-BE49-F238E27FC236}">
                <a16:creationId xmlns:a16="http://schemas.microsoft.com/office/drawing/2014/main" id="{1F72FFD7-EB69-6E88-46A5-9097D657A777}"/>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4" name="Slide Number Placeholder 2">
            <a:extLst>
              <a:ext uri="{FF2B5EF4-FFF2-40B4-BE49-F238E27FC236}">
                <a16:creationId xmlns:a16="http://schemas.microsoft.com/office/drawing/2014/main" id="{540AF629-886D-BF71-DED6-56942613956B}"/>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67501300"/>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21BDA-D7DC-64DA-2D6A-ECB5077AD8B4}"/>
              </a:ext>
            </a:extLst>
          </p:cNvPr>
          <p:cNvSpPr>
            <a:spLocks noGrp="1"/>
          </p:cNvSpPr>
          <p:nvPr>
            <p:ph type="title" hasCustomPrompt="1"/>
          </p:nvPr>
        </p:nvSpPr>
        <p:spPr>
          <a:xfrm>
            <a:off x="461961" y="1015843"/>
            <a:ext cx="11268075" cy="720727"/>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3" name="Content Placeholder 2"/>
          <p:cNvSpPr>
            <a:spLocks noGrp="1"/>
          </p:cNvSpPr>
          <p:nvPr>
            <p:ph idx="1" hasCustomPrompt="1"/>
          </p:nvPr>
        </p:nvSpPr>
        <p:spPr>
          <a:xfrm>
            <a:off x="461962" y="1844675"/>
            <a:ext cx="11268075" cy="4321177"/>
          </a:xfrm>
          <a:prstGeom prst="rect">
            <a:avLst/>
          </a:prstGeom>
        </p:spPr>
        <p:txBody>
          <a:bodyPr/>
          <a:lstStyle>
            <a:lvl1pPr marL="230400" indent="-230400" algn="l">
              <a:lnSpc>
                <a:spcPct val="90000"/>
              </a:lnSpc>
              <a:spcBef>
                <a:spcPts val="1000"/>
              </a:spcBef>
              <a:buFont typeface="Arial" panose="020B0604020202020204" pitchFamily="34" charset="0"/>
              <a:buChar char="•"/>
              <a:defRPr sz="2800" b="0">
                <a:solidFill>
                  <a:schemeClr val="tx1"/>
                </a:solidFill>
                <a:latin typeface="+mn-lt"/>
              </a:defRPr>
            </a:lvl1pPr>
            <a:lvl2pPr>
              <a:defRPr>
                <a:solidFill>
                  <a:srgbClr val="69216A"/>
                </a:solidFill>
                <a:latin typeface="+mn-lt"/>
              </a:defRPr>
            </a:lvl2pPr>
            <a:lvl3pPr>
              <a:defRPr>
                <a:latin typeface="+mn-lt"/>
              </a:defRPr>
            </a:lvl3pPr>
            <a:lvl4pPr>
              <a:defRPr>
                <a:solidFill>
                  <a:srgbClr val="69216A"/>
                </a:solidFill>
                <a:latin typeface="+mn-lt"/>
              </a:defRPr>
            </a:lvl4pPr>
            <a:lvl5pPr>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Date Placeholder 3">
            <a:extLst>
              <a:ext uri="{FF2B5EF4-FFF2-40B4-BE49-F238E27FC236}">
                <a16:creationId xmlns:a16="http://schemas.microsoft.com/office/drawing/2014/main" id="{970797DA-1C9C-3AEA-0D79-5B49AE65FC3A}"/>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4" name="Slide Number Placeholder 2">
            <a:extLst>
              <a:ext uri="{FF2B5EF4-FFF2-40B4-BE49-F238E27FC236}">
                <a16:creationId xmlns:a16="http://schemas.microsoft.com/office/drawing/2014/main" id="{84E5597D-152D-6635-7C1D-ACFDAA144D1D}"/>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1838513291"/>
      </p:ext>
    </p:extLst>
  </p:cSld>
  <p:clrMapOvr>
    <a:masterClrMapping/>
  </p:clrMapOvr>
  <p:hf hdr="0" ftr="0"/>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7E5D55C1-6975-5722-8F92-2638F03B39EF}"/>
              </a:ext>
            </a:extLst>
          </p:cNvPr>
          <p:cNvSpPr>
            <a:spLocks noGrp="1"/>
          </p:cNvSpPr>
          <p:nvPr>
            <p:ph type="title" hasCustomPrompt="1"/>
          </p:nvPr>
        </p:nvSpPr>
        <p:spPr>
          <a:xfrm>
            <a:off x="461963" y="1016000"/>
            <a:ext cx="11268075" cy="720727"/>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3" name="Content Placeholder 2"/>
          <p:cNvSpPr>
            <a:spLocks noGrp="1"/>
          </p:cNvSpPr>
          <p:nvPr>
            <p:ph idx="1" hasCustomPrompt="1"/>
          </p:nvPr>
        </p:nvSpPr>
        <p:spPr>
          <a:xfrm>
            <a:off x="461963" y="1844675"/>
            <a:ext cx="5544038" cy="4321176"/>
          </a:xfrm>
          <a:prstGeom prst="rect">
            <a:avLst/>
          </a:prstGeom>
        </p:spPr>
        <p:txBody>
          <a:bodyPr/>
          <a:lstStyle>
            <a:lvl1pPr marL="230400" indent="-230400" algn="l">
              <a:lnSpc>
                <a:spcPct val="90000"/>
              </a:lnSpc>
              <a:spcBef>
                <a:spcPts val="1000"/>
              </a:spcBef>
              <a:buFont typeface="Arial" panose="020B0604020202020204" pitchFamily="34" charset="0"/>
              <a:buChar char="•"/>
              <a:defRPr sz="2800" b="0">
                <a:solidFill>
                  <a:schemeClr val="tx1"/>
                </a:solidFill>
                <a:latin typeface="+mn-lt"/>
              </a:defRPr>
            </a:lvl1pPr>
            <a:lvl2pPr>
              <a:defRPr>
                <a:solidFill>
                  <a:srgbClr val="69216A"/>
                </a:solidFill>
                <a:latin typeface="+mn-lt"/>
              </a:defRPr>
            </a:lvl2pPr>
            <a:lvl3pPr>
              <a:defRPr>
                <a:latin typeface="+mn-lt"/>
              </a:defRPr>
            </a:lvl3pPr>
            <a:lvl4pPr>
              <a:defRPr>
                <a:solidFill>
                  <a:srgbClr val="69216A"/>
                </a:solidFill>
                <a:latin typeface="+mn-lt"/>
              </a:defRPr>
            </a:lvl4pPr>
            <a:lvl5pPr>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a:extLst>
              <a:ext uri="{FF2B5EF4-FFF2-40B4-BE49-F238E27FC236}">
                <a16:creationId xmlns:a16="http://schemas.microsoft.com/office/drawing/2014/main" id="{9C43273D-98E9-D830-D399-EC1FD0E41F14}"/>
              </a:ext>
            </a:extLst>
          </p:cNvPr>
          <p:cNvSpPr>
            <a:spLocks noGrp="1"/>
          </p:cNvSpPr>
          <p:nvPr>
            <p:ph idx="11" hasCustomPrompt="1"/>
          </p:nvPr>
        </p:nvSpPr>
        <p:spPr>
          <a:xfrm>
            <a:off x="6185999" y="1844675"/>
            <a:ext cx="5544038" cy="4321175"/>
          </a:xfrm>
          <a:prstGeom prst="rect">
            <a:avLst/>
          </a:prstGeom>
        </p:spPr>
        <p:txBody>
          <a:bodyPr/>
          <a:lstStyle>
            <a:lvl1pPr marL="230400" indent="-230400" algn="l">
              <a:lnSpc>
                <a:spcPct val="90000"/>
              </a:lnSpc>
              <a:spcBef>
                <a:spcPts val="1000"/>
              </a:spcBef>
              <a:buFont typeface="Arial" panose="020B0604020202020204" pitchFamily="34" charset="0"/>
              <a:buChar char="•"/>
              <a:defRPr sz="2800" b="0">
                <a:solidFill>
                  <a:schemeClr val="tx1"/>
                </a:solidFill>
                <a:latin typeface="+mn-lt"/>
              </a:defRPr>
            </a:lvl1pPr>
            <a:lvl2pPr>
              <a:defRPr>
                <a:solidFill>
                  <a:srgbClr val="69216A"/>
                </a:solidFill>
                <a:latin typeface="+mn-lt"/>
              </a:defRPr>
            </a:lvl2pPr>
            <a:lvl3pPr>
              <a:defRPr>
                <a:latin typeface="+mn-lt"/>
              </a:defRPr>
            </a:lvl3pPr>
            <a:lvl4pPr>
              <a:defRPr>
                <a:solidFill>
                  <a:srgbClr val="69216A"/>
                </a:solidFill>
                <a:latin typeface="+mn-lt"/>
              </a:defRPr>
            </a:lvl4pPr>
            <a:lvl5pPr>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Date Placeholder 3">
            <a:extLst>
              <a:ext uri="{FF2B5EF4-FFF2-40B4-BE49-F238E27FC236}">
                <a16:creationId xmlns:a16="http://schemas.microsoft.com/office/drawing/2014/main" id="{DE876043-10F8-09B1-35EF-271911EC7CAF}"/>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B8547CC8-5592-A754-F10B-CB1E29E56344}"/>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3798907993"/>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D3D68DB0-669F-76E2-C3B1-C74869702AE7}"/>
              </a:ext>
            </a:extLst>
          </p:cNvPr>
          <p:cNvSpPr>
            <a:spLocks noGrp="1"/>
          </p:cNvSpPr>
          <p:nvPr>
            <p:ph type="title" hasCustomPrompt="1"/>
          </p:nvPr>
        </p:nvSpPr>
        <p:spPr>
          <a:xfrm>
            <a:off x="461962" y="1016000"/>
            <a:ext cx="11268075" cy="720725"/>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3" name="Text Placeholder 2"/>
          <p:cNvSpPr>
            <a:spLocks noGrp="1"/>
          </p:cNvSpPr>
          <p:nvPr>
            <p:ph type="body" idx="1" hasCustomPrompt="1"/>
          </p:nvPr>
        </p:nvSpPr>
        <p:spPr>
          <a:xfrm>
            <a:off x="461960" y="1838365"/>
            <a:ext cx="5544038" cy="533400"/>
          </a:xfrm>
          <a:prstGeom prst="rect">
            <a:avLst/>
          </a:prstGeom>
        </p:spPr>
        <p:txBody>
          <a:bodyPr anchor="t">
            <a:normAutofit/>
          </a:bodyPr>
          <a:lstStyle>
            <a:lvl1pPr marL="0" indent="0" algn="l">
              <a:lnSpc>
                <a:spcPct val="90000"/>
              </a:lnSpc>
              <a:spcBef>
                <a:spcPts val="1000"/>
              </a:spcBef>
              <a:buNone/>
              <a:defRPr sz="2800" b="1">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add text</a:t>
            </a:r>
          </a:p>
        </p:txBody>
      </p:sp>
      <p:sp>
        <p:nvSpPr>
          <p:cNvPr id="4" name="Content Placeholder 3"/>
          <p:cNvSpPr>
            <a:spLocks noGrp="1"/>
          </p:cNvSpPr>
          <p:nvPr>
            <p:ph sz="half" idx="2" hasCustomPrompt="1"/>
          </p:nvPr>
        </p:nvSpPr>
        <p:spPr>
          <a:xfrm>
            <a:off x="461964" y="2473405"/>
            <a:ext cx="5544036" cy="3692443"/>
          </a:xfrm>
          <a:prstGeom prst="rect">
            <a:avLst/>
          </a:prstGeom>
        </p:spPr>
        <p:txBody>
          <a:bodyPr/>
          <a:lstStyle>
            <a:lvl1pPr marL="230400" indent="-230400" algn="l">
              <a:lnSpc>
                <a:spcPct val="90000"/>
              </a:lnSpc>
              <a:spcBef>
                <a:spcPts val="1000"/>
              </a:spcBef>
              <a:buFont typeface="Arial" panose="020B0604020202020204" pitchFamily="34" charset="0"/>
              <a:buChar char="•"/>
              <a:defRPr sz="2800" b="0">
                <a:solidFill>
                  <a:srgbClr val="69216A"/>
                </a:solidFill>
                <a:latin typeface="+mn-lt"/>
              </a:defRPr>
            </a:lvl1pPr>
            <a:lvl2pPr>
              <a:defRPr>
                <a:latin typeface="+mn-lt"/>
              </a:defRPr>
            </a:lvl2pPr>
            <a:lvl3pPr>
              <a:defRPr>
                <a:solidFill>
                  <a:srgbClr val="69216A"/>
                </a:solidFill>
                <a:latin typeface="+mn-lt"/>
              </a:defRPr>
            </a:lvl3pPr>
            <a:lvl4pPr>
              <a:defRPr>
                <a:latin typeface="+mn-lt"/>
              </a:defRPr>
            </a:lvl4pPr>
            <a:lvl5pPr>
              <a:defRPr sz="1800">
                <a:solidFill>
                  <a:srgbClr val="69216A"/>
                </a:solidFill>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hasCustomPrompt="1"/>
          </p:nvPr>
        </p:nvSpPr>
        <p:spPr>
          <a:xfrm>
            <a:off x="6185998" y="1838365"/>
            <a:ext cx="5544037" cy="533400"/>
          </a:xfrm>
          <a:prstGeom prst="rect">
            <a:avLst/>
          </a:prstGeom>
        </p:spPr>
        <p:txBody>
          <a:bodyPr anchor="t">
            <a:normAutofit/>
          </a:bodyPr>
          <a:lstStyle>
            <a:lvl1pPr marL="0" indent="0" algn="l">
              <a:buNone/>
              <a:defRPr lang="en-US" sz="2800" b="1" kern="1200" dirty="0">
                <a:solidFill>
                  <a:schemeClr val="tx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add text</a:t>
            </a:r>
          </a:p>
        </p:txBody>
      </p:sp>
      <p:sp>
        <p:nvSpPr>
          <p:cNvPr id="6" name="Content Placeholder 5"/>
          <p:cNvSpPr>
            <a:spLocks noGrp="1"/>
          </p:cNvSpPr>
          <p:nvPr>
            <p:ph sz="quarter" idx="4" hasCustomPrompt="1"/>
          </p:nvPr>
        </p:nvSpPr>
        <p:spPr>
          <a:xfrm>
            <a:off x="6186000" y="2473406"/>
            <a:ext cx="5544036" cy="3692444"/>
          </a:xfrm>
          <a:prstGeom prst="rect">
            <a:avLst/>
          </a:prstGeom>
        </p:spPr>
        <p:txBody>
          <a:bodyPr/>
          <a:lstStyle>
            <a:lvl1pPr marL="342900" indent="-342900" algn="l">
              <a:buFont typeface="Arial" panose="020B0604020202020204" pitchFamily="34" charset="0"/>
              <a:buChar char="•"/>
              <a:defRPr lang="en-US" sz="2800" b="0" kern="1200" dirty="0">
                <a:solidFill>
                  <a:srgbClr val="69216A"/>
                </a:solidFill>
                <a:latin typeface="+mn-lt"/>
                <a:ea typeface="+mn-ea"/>
                <a:cs typeface="+mn-cs"/>
              </a:defRPr>
            </a:lvl1pPr>
            <a:lvl2pPr marL="685800" indent="-228600">
              <a:defRPr lang="en-US" sz="2400" kern="1200" dirty="0">
                <a:solidFill>
                  <a:schemeClr val="tx1"/>
                </a:solidFill>
                <a:latin typeface="+mn-lt"/>
                <a:ea typeface="+mn-ea"/>
                <a:cs typeface="+mn-cs"/>
              </a:defRPr>
            </a:lvl2pPr>
            <a:lvl3pPr>
              <a:defRPr>
                <a:solidFill>
                  <a:srgbClr val="69216A"/>
                </a:solidFill>
                <a:latin typeface="+mn-lt"/>
              </a:defRPr>
            </a:lvl3pPr>
            <a:lvl4pPr>
              <a:defRPr>
                <a:latin typeface="+mn-lt"/>
              </a:defRPr>
            </a:lvl4pPr>
            <a:lvl5pPr>
              <a:defRPr sz="1800">
                <a:solidFill>
                  <a:srgbClr val="69216A"/>
                </a:solidFill>
                <a:latin typeface="+mn-lt"/>
              </a:defRPr>
            </a:lvl5pPr>
          </a:lstStyle>
          <a:p>
            <a:pPr marL="230400" lvl="0" indent="-230400" algn="l" defTabSz="914400" rtl="0" eaLnBrk="1" latinLnBrk="0" hangingPunct="1">
              <a:lnSpc>
                <a:spcPct val="90000"/>
              </a:lnSpc>
              <a:spcBef>
                <a:spcPts val="1000"/>
              </a:spcBef>
              <a:buFont typeface="Arial" panose="020B0604020202020204" pitchFamily="34" charset="0"/>
              <a:buChar char="•"/>
            </a:pPr>
            <a:r>
              <a:rPr lang="en-US" dirty="0"/>
              <a:t>Click to add text</a:t>
            </a:r>
          </a:p>
          <a:p>
            <a:pPr marL="685800" lvl="1" indent="-228600" algn="l" defTabSz="914400" rtl="0" eaLnBrk="1" latinLnBrk="0" hangingPunct="1">
              <a:lnSpc>
                <a:spcPct val="90000"/>
              </a:lnSpc>
              <a:spcBef>
                <a:spcPts val="500"/>
              </a:spcBef>
              <a:buFont typeface="Arial" panose="020B0604020202020204" pitchFamily="34" charset="0"/>
              <a:buChar char="•"/>
            </a:pPr>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a:extLst>
              <a:ext uri="{FF2B5EF4-FFF2-40B4-BE49-F238E27FC236}">
                <a16:creationId xmlns:a16="http://schemas.microsoft.com/office/drawing/2014/main" id="{89B5E87A-6CA2-C42A-219D-81F36DFC803C}"/>
              </a:ext>
            </a:extLst>
          </p:cNvPr>
          <p:cNvSpPr>
            <a:spLocks noGrp="1"/>
          </p:cNvSpPr>
          <p:nvPr>
            <p:ph type="dt" sz="half" idx="11"/>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3E72677D-97D8-224F-1B4C-B01D74ADCAE0}"/>
              </a:ext>
            </a:extLst>
          </p:cNvPr>
          <p:cNvSpPr>
            <a:spLocks noGrp="1"/>
          </p:cNvSpPr>
          <p:nvPr>
            <p:ph type="sldNum" sz="quarter" idx="12"/>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1604907130"/>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962" y="1019209"/>
            <a:ext cx="4207437" cy="1043487"/>
          </a:xfrm>
          <a:prstGeom prst="rect">
            <a:avLst/>
          </a:prstGeom>
        </p:spPr>
        <p:txBody>
          <a:bodyPr anchor="t"/>
          <a:lstStyle>
            <a:lvl1pPr>
              <a:defRPr sz="3600" b="1" i="0">
                <a:solidFill>
                  <a:srgbClr val="712177"/>
                </a:solidFill>
                <a:latin typeface="+mj-lt"/>
              </a:defRPr>
            </a:lvl1pPr>
          </a:lstStyle>
          <a:p>
            <a:r>
              <a:rPr lang="en-US" dirty="0"/>
              <a:t>Click to </a:t>
            </a:r>
            <a:br>
              <a:rPr lang="en-US" dirty="0"/>
            </a:br>
            <a:r>
              <a:rPr lang="en-US" dirty="0"/>
              <a:t>add title</a:t>
            </a:r>
          </a:p>
        </p:txBody>
      </p:sp>
      <p:sp>
        <p:nvSpPr>
          <p:cNvPr id="4" name="Text Placeholder 3"/>
          <p:cNvSpPr>
            <a:spLocks noGrp="1"/>
          </p:cNvSpPr>
          <p:nvPr>
            <p:ph type="body" sz="half" idx="2" hasCustomPrompt="1"/>
          </p:nvPr>
        </p:nvSpPr>
        <p:spPr>
          <a:xfrm>
            <a:off x="461962" y="2227795"/>
            <a:ext cx="4207438" cy="3938053"/>
          </a:xfrm>
          <a:prstGeom prst="rect">
            <a:avLst/>
          </a:prstGeom>
        </p:spPr>
        <p:txBody>
          <a:bodyPr/>
          <a:lstStyle>
            <a:lvl1pPr marL="0" indent="0" algn="l">
              <a:buNone/>
              <a:defRPr sz="1800" b="0">
                <a:solidFill>
                  <a:schemeClr val="tx1"/>
                </a:solidFill>
                <a:latin typeface="+mn-lt"/>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4849401" y="1016000"/>
            <a:ext cx="6880638" cy="5149849"/>
          </a:xfrm>
          <a:prstGeom prst="rect">
            <a:avLst/>
          </a:prstGeom>
        </p:spPr>
        <p:txBody>
          <a:bodyPr/>
          <a:lstStyle>
            <a:lvl1pPr marL="230400" indent="-230400" algn="l">
              <a:lnSpc>
                <a:spcPct val="90000"/>
              </a:lnSpc>
              <a:spcBef>
                <a:spcPts val="1000"/>
              </a:spcBef>
              <a:buFont typeface="Arial" panose="020B0604020202020204" pitchFamily="34" charset="0"/>
              <a:buChar char="•"/>
              <a:defRPr sz="3200" b="0">
                <a:solidFill>
                  <a:srgbClr val="69216A"/>
                </a:solidFill>
                <a:latin typeface="+mn-lt"/>
              </a:defRPr>
            </a:lvl1pPr>
            <a:lvl2pPr>
              <a:defRPr sz="2800">
                <a:latin typeface="+mn-lt"/>
              </a:defRPr>
            </a:lvl2pPr>
            <a:lvl3pPr>
              <a:defRPr sz="2400">
                <a:solidFill>
                  <a:srgbClr val="69216A"/>
                </a:solidFill>
                <a:latin typeface="+mn-lt"/>
              </a:defRPr>
            </a:lvl3pPr>
            <a:lvl4pPr>
              <a:defRPr sz="2000">
                <a:latin typeface="+mn-lt"/>
              </a:defRPr>
            </a:lvl4pPr>
            <a:lvl5pPr>
              <a:defRPr sz="2000">
                <a:solidFill>
                  <a:srgbClr val="69216A"/>
                </a:solidFill>
                <a:latin typeface="+mn-lt"/>
              </a:defRPr>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Date Placeholder 3">
            <a:extLst>
              <a:ext uri="{FF2B5EF4-FFF2-40B4-BE49-F238E27FC236}">
                <a16:creationId xmlns:a16="http://schemas.microsoft.com/office/drawing/2014/main" id="{9AEFC164-F142-1561-D81A-64BC450C5A2D}"/>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5" name="Slide Number Placeholder 2">
            <a:extLst>
              <a:ext uri="{FF2B5EF4-FFF2-40B4-BE49-F238E27FC236}">
                <a16:creationId xmlns:a16="http://schemas.microsoft.com/office/drawing/2014/main" id="{8C68A730-8818-36B2-9727-E0BF4DF525A8}"/>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2513394310"/>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with Narrow Image">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F1F0D7B5-5E6D-6B0C-CC63-2D9671C2C0FA}"/>
              </a:ext>
            </a:extLst>
          </p:cNvPr>
          <p:cNvSpPr>
            <a:spLocks noGrp="1"/>
          </p:cNvSpPr>
          <p:nvPr>
            <p:ph type="title" hasCustomPrompt="1"/>
          </p:nvPr>
        </p:nvSpPr>
        <p:spPr>
          <a:xfrm>
            <a:off x="461962" y="1016169"/>
            <a:ext cx="11268075" cy="720556"/>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3" name="Content Placeholder 2"/>
          <p:cNvSpPr>
            <a:spLocks noGrp="1"/>
          </p:cNvSpPr>
          <p:nvPr>
            <p:ph idx="1" hasCustomPrompt="1"/>
          </p:nvPr>
        </p:nvSpPr>
        <p:spPr>
          <a:xfrm>
            <a:off x="461962" y="1844676"/>
            <a:ext cx="7524073" cy="4321176"/>
          </a:xfrm>
          <a:prstGeom prst="rect">
            <a:avLst/>
          </a:prstGeom>
        </p:spPr>
        <p:txBody>
          <a:bodyPr/>
          <a:lstStyle>
            <a:lvl1pPr marL="230400" indent="-230400" algn="l">
              <a:lnSpc>
                <a:spcPct val="90000"/>
              </a:lnSpc>
              <a:spcBef>
                <a:spcPts val="1000"/>
              </a:spcBef>
              <a:buFont typeface="Arial" panose="020B0604020202020204" pitchFamily="34" charset="0"/>
              <a:buChar char="•"/>
              <a:defRPr sz="2800" b="0">
                <a:solidFill>
                  <a:schemeClr val="tx1"/>
                </a:solidFill>
                <a:latin typeface="+mn-lt"/>
              </a:defRPr>
            </a:lvl1pPr>
            <a:lvl2pPr>
              <a:defRPr>
                <a:solidFill>
                  <a:srgbClr val="69216A"/>
                </a:solidFill>
                <a:latin typeface="+mn-lt"/>
              </a:defRPr>
            </a:lvl2pPr>
            <a:lvl3pPr>
              <a:defRPr>
                <a:latin typeface="+mn-lt"/>
              </a:defRPr>
            </a:lvl3pPr>
            <a:lvl4pPr>
              <a:defRPr>
                <a:solidFill>
                  <a:srgbClr val="69216A"/>
                </a:solidFill>
                <a:latin typeface="+mn-lt"/>
              </a:defRPr>
            </a:lvl4pPr>
            <a:lvl5pPr>
              <a:defRPr>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A1977DC8-39A3-74B1-51BE-2723AA1FB49F}"/>
              </a:ext>
            </a:extLst>
          </p:cNvPr>
          <p:cNvSpPr>
            <a:spLocks noGrp="1"/>
          </p:cNvSpPr>
          <p:nvPr>
            <p:ph type="pic" sz="quarter" idx="11"/>
          </p:nvPr>
        </p:nvSpPr>
        <p:spPr>
          <a:xfrm>
            <a:off x="8166100" y="1844675"/>
            <a:ext cx="3563938" cy="4321176"/>
          </a:xfrm>
          <a:prstGeom prst="rect">
            <a:avLst/>
          </a:prstGeom>
        </p:spPr>
        <p:txBody>
          <a:bodyPr/>
          <a:lstStyle/>
          <a:p>
            <a:r>
              <a:rPr lang="en-US"/>
              <a:t>Click icon to add picture</a:t>
            </a:r>
            <a:endParaRPr lang="en-GB"/>
          </a:p>
        </p:txBody>
      </p:sp>
      <p:sp>
        <p:nvSpPr>
          <p:cNvPr id="10" name="Date Placeholder 3">
            <a:extLst>
              <a:ext uri="{FF2B5EF4-FFF2-40B4-BE49-F238E27FC236}">
                <a16:creationId xmlns:a16="http://schemas.microsoft.com/office/drawing/2014/main" id="{2308BBB1-AB86-88AE-BC89-FDF7D799C5A4}"/>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10E76615-3CE3-99BE-356A-618BCEAE02BF}"/>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2434710108"/>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9DE81-C826-1ABC-AC1B-4D9ED64731C3}"/>
              </a:ext>
            </a:extLst>
          </p:cNvPr>
          <p:cNvSpPr>
            <a:spLocks noGrp="1"/>
          </p:cNvSpPr>
          <p:nvPr>
            <p:ph type="title" hasCustomPrompt="1"/>
          </p:nvPr>
        </p:nvSpPr>
        <p:spPr>
          <a:xfrm>
            <a:off x="461961" y="1016000"/>
            <a:ext cx="11268075" cy="720407"/>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7" name="Picture Placeholder 6">
            <a:extLst>
              <a:ext uri="{FF2B5EF4-FFF2-40B4-BE49-F238E27FC236}">
                <a16:creationId xmlns:a16="http://schemas.microsoft.com/office/drawing/2014/main" id="{358F4CF4-D8F3-8048-9506-287485B75C29}"/>
              </a:ext>
            </a:extLst>
          </p:cNvPr>
          <p:cNvSpPr>
            <a:spLocks noGrp="1"/>
          </p:cNvSpPr>
          <p:nvPr>
            <p:ph type="pic" sz="quarter" idx="10"/>
          </p:nvPr>
        </p:nvSpPr>
        <p:spPr>
          <a:xfrm>
            <a:off x="461962" y="1850880"/>
            <a:ext cx="3636000" cy="3264497"/>
          </a:xfrm>
          <a:prstGeom prst="rect">
            <a:avLst/>
          </a:prstGeom>
        </p:spPr>
        <p:txBody>
          <a:bodyPr/>
          <a:lstStyle/>
          <a:p>
            <a:r>
              <a:rPr lang="en-US"/>
              <a:t>Click icon to add picture</a:t>
            </a:r>
            <a:endParaRPr lang="en-US" dirty="0"/>
          </a:p>
        </p:txBody>
      </p:sp>
      <p:sp>
        <p:nvSpPr>
          <p:cNvPr id="3" name="Text Placeholder 2">
            <a:extLst>
              <a:ext uri="{FF2B5EF4-FFF2-40B4-BE49-F238E27FC236}">
                <a16:creationId xmlns:a16="http://schemas.microsoft.com/office/drawing/2014/main" id="{1DE6515C-9E3E-7046-9FD5-C1378AAFD4F4}"/>
              </a:ext>
            </a:extLst>
          </p:cNvPr>
          <p:cNvSpPr>
            <a:spLocks noGrp="1"/>
          </p:cNvSpPr>
          <p:nvPr>
            <p:ph type="body" sz="quarter" idx="11" hasCustomPrompt="1"/>
          </p:nvPr>
        </p:nvSpPr>
        <p:spPr>
          <a:xfrm>
            <a:off x="461963" y="5229849"/>
            <a:ext cx="3636000" cy="936000"/>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8" name="Picture Placeholder 6">
            <a:extLst>
              <a:ext uri="{FF2B5EF4-FFF2-40B4-BE49-F238E27FC236}">
                <a16:creationId xmlns:a16="http://schemas.microsoft.com/office/drawing/2014/main" id="{BB9D2B71-D8EC-7E4D-BC19-D9D14BFB5712}"/>
              </a:ext>
            </a:extLst>
          </p:cNvPr>
          <p:cNvSpPr>
            <a:spLocks noGrp="1"/>
          </p:cNvSpPr>
          <p:nvPr>
            <p:ph type="pic" sz="quarter" idx="12"/>
          </p:nvPr>
        </p:nvSpPr>
        <p:spPr>
          <a:xfrm>
            <a:off x="4277999" y="1850880"/>
            <a:ext cx="3636000" cy="3264497"/>
          </a:xfrm>
          <a:prstGeom prst="rect">
            <a:avLst/>
          </a:prstGeom>
        </p:spPr>
        <p:txBody>
          <a:bodyPr/>
          <a:lstStyle/>
          <a:p>
            <a:r>
              <a:rPr lang="en-US"/>
              <a:t>Click icon to add picture</a:t>
            </a:r>
          </a:p>
        </p:txBody>
      </p:sp>
      <p:sp>
        <p:nvSpPr>
          <p:cNvPr id="9" name="Text Placeholder 2">
            <a:extLst>
              <a:ext uri="{FF2B5EF4-FFF2-40B4-BE49-F238E27FC236}">
                <a16:creationId xmlns:a16="http://schemas.microsoft.com/office/drawing/2014/main" id="{1D88D01F-342E-F240-8730-944CDF58A559}"/>
              </a:ext>
            </a:extLst>
          </p:cNvPr>
          <p:cNvSpPr>
            <a:spLocks noGrp="1"/>
          </p:cNvSpPr>
          <p:nvPr>
            <p:ph type="body" sz="quarter" idx="13" hasCustomPrompt="1"/>
          </p:nvPr>
        </p:nvSpPr>
        <p:spPr>
          <a:xfrm>
            <a:off x="4277999" y="5229851"/>
            <a:ext cx="3636000" cy="935998"/>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10" name="Picture Placeholder 6">
            <a:extLst>
              <a:ext uri="{FF2B5EF4-FFF2-40B4-BE49-F238E27FC236}">
                <a16:creationId xmlns:a16="http://schemas.microsoft.com/office/drawing/2014/main" id="{B36ECA95-65E0-8A4F-B2B4-A307E416A37A}"/>
              </a:ext>
            </a:extLst>
          </p:cNvPr>
          <p:cNvSpPr>
            <a:spLocks noGrp="1"/>
          </p:cNvSpPr>
          <p:nvPr>
            <p:ph type="pic" sz="quarter" idx="14"/>
          </p:nvPr>
        </p:nvSpPr>
        <p:spPr>
          <a:xfrm>
            <a:off x="8094036" y="1850880"/>
            <a:ext cx="3636000" cy="3264497"/>
          </a:xfrm>
          <a:prstGeom prst="rect">
            <a:avLst/>
          </a:prstGeom>
        </p:spPr>
        <p:txBody>
          <a:bodyPr/>
          <a:lstStyle/>
          <a:p>
            <a:r>
              <a:rPr lang="en-US"/>
              <a:t>Click icon to add picture</a:t>
            </a:r>
          </a:p>
        </p:txBody>
      </p:sp>
      <p:sp>
        <p:nvSpPr>
          <p:cNvPr id="11" name="Text Placeholder 2">
            <a:extLst>
              <a:ext uri="{FF2B5EF4-FFF2-40B4-BE49-F238E27FC236}">
                <a16:creationId xmlns:a16="http://schemas.microsoft.com/office/drawing/2014/main" id="{2D0A6215-E46C-3346-9510-86489B82FF32}"/>
              </a:ext>
            </a:extLst>
          </p:cNvPr>
          <p:cNvSpPr>
            <a:spLocks noGrp="1"/>
          </p:cNvSpPr>
          <p:nvPr>
            <p:ph type="body" sz="quarter" idx="15" hasCustomPrompt="1"/>
          </p:nvPr>
        </p:nvSpPr>
        <p:spPr>
          <a:xfrm>
            <a:off x="8094038" y="5229849"/>
            <a:ext cx="3636000" cy="935999"/>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15" name="Date Placeholder 3">
            <a:extLst>
              <a:ext uri="{FF2B5EF4-FFF2-40B4-BE49-F238E27FC236}">
                <a16:creationId xmlns:a16="http://schemas.microsoft.com/office/drawing/2014/main" id="{6A63A98E-BDEA-82F7-3513-624449BCA646}"/>
              </a:ext>
            </a:extLst>
          </p:cNvPr>
          <p:cNvSpPr>
            <a:spLocks noGrp="1"/>
          </p:cNvSpPr>
          <p:nvPr>
            <p:ph type="dt" sz="half" idx="16"/>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4" name="Slide Number Placeholder 2">
            <a:extLst>
              <a:ext uri="{FF2B5EF4-FFF2-40B4-BE49-F238E27FC236}">
                <a16:creationId xmlns:a16="http://schemas.microsoft.com/office/drawing/2014/main" id="{972FE66E-C159-A907-465A-45AB70D70654}"/>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414138996"/>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Imag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C1843-47D9-1D1E-5FFA-9C13B6654CDF}"/>
              </a:ext>
            </a:extLst>
          </p:cNvPr>
          <p:cNvSpPr>
            <a:spLocks noGrp="1"/>
          </p:cNvSpPr>
          <p:nvPr>
            <p:ph type="title" hasCustomPrompt="1"/>
          </p:nvPr>
        </p:nvSpPr>
        <p:spPr>
          <a:xfrm>
            <a:off x="461962" y="1016000"/>
            <a:ext cx="11268075" cy="720725"/>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7" name="Picture Placeholder 6">
            <a:extLst>
              <a:ext uri="{FF2B5EF4-FFF2-40B4-BE49-F238E27FC236}">
                <a16:creationId xmlns:a16="http://schemas.microsoft.com/office/drawing/2014/main" id="{358F4CF4-D8F3-8048-9506-287485B75C29}"/>
              </a:ext>
            </a:extLst>
          </p:cNvPr>
          <p:cNvSpPr>
            <a:spLocks noGrp="1"/>
          </p:cNvSpPr>
          <p:nvPr>
            <p:ph type="pic" sz="quarter" idx="10"/>
          </p:nvPr>
        </p:nvSpPr>
        <p:spPr>
          <a:xfrm>
            <a:off x="463413" y="1851561"/>
            <a:ext cx="2682000" cy="3269569"/>
          </a:xfrm>
          <a:prstGeom prst="rect">
            <a:avLst/>
          </a:prstGeom>
        </p:spPr>
        <p:txBody>
          <a:bodyPr/>
          <a:lstStyle/>
          <a:p>
            <a:r>
              <a:rPr lang="en-US"/>
              <a:t>Click icon to add picture</a:t>
            </a:r>
            <a:endParaRPr lang="en-US" dirty="0"/>
          </a:p>
        </p:txBody>
      </p:sp>
      <p:sp>
        <p:nvSpPr>
          <p:cNvPr id="3" name="Text Placeholder 2">
            <a:extLst>
              <a:ext uri="{FF2B5EF4-FFF2-40B4-BE49-F238E27FC236}">
                <a16:creationId xmlns:a16="http://schemas.microsoft.com/office/drawing/2014/main" id="{1DE6515C-9E3E-7046-9FD5-C1378AAFD4F4}"/>
              </a:ext>
            </a:extLst>
          </p:cNvPr>
          <p:cNvSpPr>
            <a:spLocks noGrp="1"/>
          </p:cNvSpPr>
          <p:nvPr>
            <p:ph type="body" sz="quarter" idx="11" hasCustomPrompt="1"/>
          </p:nvPr>
        </p:nvSpPr>
        <p:spPr>
          <a:xfrm>
            <a:off x="461965" y="5229849"/>
            <a:ext cx="2682000" cy="936000"/>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8" name="Picture Placeholder 6">
            <a:extLst>
              <a:ext uri="{FF2B5EF4-FFF2-40B4-BE49-F238E27FC236}">
                <a16:creationId xmlns:a16="http://schemas.microsoft.com/office/drawing/2014/main" id="{BB9D2B71-D8EC-7E4D-BC19-D9D14BFB5712}"/>
              </a:ext>
            </a:extLst>
          </p:cNvPr>
          <p:cNvSpPr>
            <a:spLocks noGrp="1"/>
          </p:cNvSpPr>
          <p:nvPr>
            <p:ph type="pic" sz="quarter" idx="12"/>
          </p:nvPr>
        </p:nvSpPr>
        <p:spPr>
          <a:xfrm>
            <a:off x="3324161" y="1851561"/>
            <a:ext cx="2682000" cy="3269569"/>
          </a:xfrm>
          <a:prstGeom prst="rect">
            <a:avLst/>
          </a:prstGeom>
        </p:spPr>
        <p:txBody>
          <a:bodyPr/>
          <a:lstStyle/>
          <a:p>
            <a:r>
              <a:rPr lang="en-US"/>
              <a:t>Click icon to add picture</a:t>
            </a:r>
            <a:endParaRPr lang="en-US" dirty="0"/>
          </a:p>
        </p:txBody>
      </p:sp>
      <p:sp>
        <p:nvSpPr>
          <p:cNvPr id="14" name="Text Placeholder 2">
            <a:extLst>
              <a:ext uri="{FF2B5EF4-FFF2-40B4-BE49-F238E27FC236}">
                <a16:creationId xmlns:a16="http://schemas.microsoft.com/office/drawing/2014/main" id="{BACC3EEA-3A15-705A-51AF-1A71342D273F}"/>
              </a:ext>
            </a:extLst>
          </p:cNvPr>
          <p:cNvSpPr>
            <a:spLocks noGrp="1"/>
          </p:cNvSpPr>
          <p:nvPr>
            <p:ph type="body" sz="quarter" idx="17" hasCustomPrompt="1"/>
          </p:nvPr>
        </p:nvSpPr>
        <p:spPr>
          <a:xfrm>
            <a:off x="3324163" y="5229850"/>
            <a:ext cx="2682000" cy="936000"/>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10" name="Picture Placeholder 6">
            <a:extLst>
              <a:ext uri="{FF2B5EF4-FFF2-40B4-BE49-F238E27FC236}">
                <a16:creationId xmlns:a16="http://schemas.microsoft.com/office/drawing/2014/main" id="{B36ECA95-65E0-8A4F-B2B4-A307E416A37A}"/>
              </a:ext>
            </a:extLst>
          </p:cNvPr>
          <p:cNvSpPr>
            <a:spLocks noGrp="1"/>
          </p:cNvSpPr>
          <p:nvPr>
            <p:ph type="pic" sz="quarter" idx="14"/>
          </p:nvPr>
        </p:nvSpPr>
        <p:spPr>
          <a:xfrm>
            <a:off x="6184909" y="1851561"/>
            <a:ext cx="2682000" cy="3269569"/>
          </a:xfrm>
          <a:prstGeom prst="rect">
            <a:avLst/>
          </a:prstGeom>
        </p:spPr>
        <p:txBody>
          <a:bodyPr/>
          <a:lstStyle/>
          <a:p>
            <a:r>
              <a:rPr lang="en-US"/>
              <a:t>Click icon to add picture</a:t>
            </a:r>
            <a:endParaRPr lang="en-US" dirty="0"/>
          </a:p>
        </p:txBody>
      </p:sp>
      <p:sp>
        <p:nvSpPr>
          <p:cNvPr id="15" name="Text Placeholder 2">
            <a:extLst>
              <a:ext uri="{FF2B5EF4-FFF2-40B4-BE49-F238E27FC236}">
                <a16:creationId xmlns:a16="http://schemas.microsoft.com/office/drawing/2014/main" id="{661AD48A-1454-B8C7-215D-EFD3FB31831E}"/>
              </a:ext>
            </a:extLst>
          </p:cNvPr>
          <p:cNvSpPr>
            <a:spLocks noGrp="1"/>
          </p:cNvSpPr>
          <p:nvPr>
            <p:ph type="body" sz="quarter" idx="18" hasCustomPrompt="1"/>
          </p:nvPr>
        </p:nvSpPr>
        <p:spPr>
          <a:xfrm>
            <a:off x="6184909" y="5229850"/>
            <a:ext cx="2682000" cy="936000"/>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12" name="Picture Placeholder 6">
            <a:extLst>
              <a:ext uri="{FF2B5EF4-FFF2-40B4-BE49-F238E27FC236}">
                <a16:creationId xmlns:a16="http://schemas.microsoft.com/office/drawing/2014/main" id="{6257B75D-9500-E14D-A531-C96BE74266C8}"/>
              </a:ext>
            </a:extLst>
          </p:cNvPr>
          <p:cNvSpPr>
            <a:spLocks noGrp="1"/>
          </p:cNvSpPr>
          <p:nvPr>
            <p:ph type="pic" sz="quarter" idx="16"/>
          </p:nvPr>
        </p:nvSpPr>
        <p:spPr>
          <a:xfrm>
            <a:off x="9045657" y="1851561"/>
            <a:ext cx="2682000" cy="3269569"/>
          </a:xfrm>
          <a:prstGeom prst="rect">
            <a:avLst/>
          </a:prstGeom>
        </p:spPr>
        <p:txBody>
          <a:bodyPr/>
          <a:lstStyle/>
          <a:p>
            <a:r>
              <a:rPr lang="en-US"/>
              <a:t>Click icon to add picture</a:t>
            </a:r>
            <a:endParaRPr lang="en-US" dirty="0"/>
          </a:p>
        </p:txBody>
      </p:sp>
      <p:sp>
        <p:nvSpPr>
          <p:cNvPr id="16" name="Text Placeholder 2">
            <a:extLst>
              <a:ext uri="{FF2B5EF4-FFF2-40B4-BE49-F238E27FC236}">
                <a16:creationId xmlns:a16="http://schemas.microsoft.com/office/drawing/2014/main" id="{9E46740B-8A84-547D-6D51-C984BD0F8211}"/>
              </a:ext>
            </a:extLst>
          </p:cNvPr>
          <p:cNvSpPr>
            <a:spLocks noGrp="1"/>
          </p:cNvSpPr>
          <p:nvPr>
            <p:ph type="body" sz="quarter" idx="19" hasCustomPrompt="1"/>
          </p:nvPr>
        </p:nvSpPr>
        <p:spPr>
          <a:xfrm>
            <a:off x="9048036" y="5230631"/>
            <a:ext cx="2682000" cy="935219"/>
          </a:xfrm>
          <a:prstGeom prst="rect">
            <a:avLst/>
          </a:prstGeom>
        </p:spPr>
        <p:txBody>
          <a:bodyPr anchor="ctr"/>
          <a:lstStyle>
            <a:lvl1pPr algn="ctr">
              <a:defRPr sz="1800" b="0">
                <a:solidFill>
                  <a:schemeClr val="tx1"/>
                </a:solidFill>
                <a:latin typeface="+mn-lt"/>
              </a:defRPr>
            </a:lvl1pPr>
            <a:lvl2pPr>
              <a:defRPr sz="2000"/>
            </a:lvl2pPr>
            <a:lvl3pPr>
              <a:defRPr sz="2000"/>
            </a:lvl3pPr>
            <a:lvl4pPr>
              <a:defRPr sz="2000"/>
            </a:lvl4pPr>
            <a:lvl5pPr>
              <a:defRPr sz="2000"/>
            </a:lvl5pPr>
          </a:lstStyle>
          <a:p>
            <a:pPr lvl="0"/>
            <a:r>
              <a:rPr lang="en-US" dirty="0"/>
              <a:t>Click to add text</a:t>
            </a:r>
          </a:p>
        </p:txBody>
      </p:sp>
      <p:sp>
        <p:nvSpPr>
          <p:cNvPr id="13" name="Date Placeholder 3">
            <a:extLst>
              <a:ext uri="{FF2B5EF4-FFF2-40B4-BE49-F238E27FC236}">
                <a16:creationId xmlns:a16="http://schemas.microsoft.com/office/drawing/2014/main" id="{BEBC1888-2A89-23EF-3FF7-A440C4FAEA6C}"/>
              </a:ext>
            </a:extLst>
          </p:cNvPr>
          <p:cNvSpPr>
            <a:spLocks noGrp="1"/>
          </p:cNvSpPr>
          <p:nvPr>
            <p:ph type="dt" sz="half" idx="2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4" name="Slide Number Placeholder 2">
            <a:extLst>
              <a:ext uri="{FF2B5EF4-FFF2-40B4-BE49-F238E27FC236}">
                <a16:creationId xmlns:a16="http://schemas.microsoft.com/office/drawing/2014/main" id="{C7271817-1199-BC54-07C8-5829A13074B5}"/>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2022895436"/>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2C7ABBBC-5733-EF2B-94BD-5B6757A68502}"/>
              </a:ext>
            </a:extLst>
          </p:cNvPr>
          <p:cNvSpPr>
            <a:spLocks noGrp="1"/>
          </p:cNvSpPr>
          <p:nvPr>
            <p:ph type="title" hasCustomPrompt="1"/>
          </p:nvPr>
        </p:nvSpPr>
        <p:spPr>
          <a:xfrm>
            <a:off x="461962" y="1016000"/>
            <a:ext cx="11268075" cy="727075"/>
          </a:xfrm>
          <a:prstGeom prst="rect">
            <a:avLst/>
          </a:prstGeom>
        </p:spPr>
        <p:txBody>
          <a:bodyPr anchor="t"/>
          <a:lstStyle>
            <a:lvl1pPr>
              <a:defRPr b="1" i="0">
                <a:solidFill>
                  <a:srgbClr val="712177"/>
                </a:solidFill>
                <a:latin typeface="+mj-lt"/>
              </a:defRPr>
            </a:lvl1pPr>
          </a:lstStyle>
          <a:p>
            <a:r>
              <a:rPr lang="en-US" dirty="0"/>
              <a:t>Click to add title</a:t>
            </a:r>
          </a:p>
        </p:txBody>
      </p:sp>
      <p:sp>
        <p:nvSpPr>
          <p:cNvPr id="8" name="Date Placeholder 3">
            <a:extLst>
              <a:ext uri="{FF2B5EF4-FFF2-40B4-BE49-F238E27FC236}">
                <a16:creationId xmlns:a16="http://schemas.microsoft.com/office/drawing/2014/main" id="{BBEBC465-4229-87D6-5B04-859FBCF868F4}"/>
              </a:ext>
            </a:extLst>
          </p:cNvPr>
          <p:cNvSpPr>
            <a:spLocks noGrp="1"/>
          </p:cNvSpPr>
          <p:nvPr>
            <p:ph type="dt" sz="half" idx="10"/>
          </p:nvPr>
        </p:nvSpPr>
        <p:spPr>
          <a:xfrm>
            <a:off x="461963" y="6165850"/>
            <a:ext cx="1755131" cy="692150"/>
          </a:xfrm>
          <a:prstGeom prst="rect">
            <a:avLst/>
          </a:prstGeom>
        </p:spPr>
        <p:txBody>
          <a:bodyPr anchor="ctr" anchorCtr="0"/>
          <a:lstStyle>
            <a:lvl1pPr algn="l">
              <a:defRPr sz="1200">
                <a:solidFill>
                  <a:schemeClr val="accent1"/>
                </a:solidFill>
                <a:latin typeface="+mn-lt"/>
              </a:defRPr>
            </a:lvl1pPr>
          </a:lstStyle>
          <a:p>
            <a:pPr defTabSz="914400">
              <a:defRPr/>
            </a:pPr>
            <a:fld id="{CA560460-C6EE-49B6-875B-6438497EF71A}" type="datetime4">
              <a:rPr lang="en-GB" smtClean="0"/>
              <a:pPr defTabSz="914400">
                <a:defRPr/>
              </a:pPr>
              <a:t>10 April 2026</a:t>
            </a:fld>
            <a:endParaRPr lang="en-US" dirty="0"/>
          </a:p>
        </p:txBody>
      </p:sp>
      <p:sp>
        <p:nvSpPr>
          <p:cNvPr id="2" name="Slide Number Placeholder 2">
            <a:extLst>
              <a:ext uri="{FF2B5EF4-FFF2-40B4-BE49-F238E27FC236}">
                <a16:creationId xmlns:a16="http://schemas.microsoft.com/office/drawing/2014/main" id="{ACCEAFB1-4379-3ADA-AF74-A7C53C452241}"/>
              </a:ext>
            </a:extLst>
          </p:cNvPr>
          <p:cNvSpPr>
            <a:spLocks noGrp="1"/>
          </p:cNvSpPr>
          <p:nvPr>
            <p:ph type="sldNum" sz="quarter" idx="4"/>
          </p:nvPr>
        </p:nvSpPr>
        <p:spPr>
          <a:xfrm>
            <a:off x="10798624" y="6165850"/>
            <a:ext cx="931413" cy="692149"/>
          </a:xfrm>
          <a:prstGeom prst="rect">
            <a:avLst/>
          </a:prstGeom>
        </p:spPr>
        <p:txBody>
          <a:bodyPr vert="horz" lIns="91440" tIns="45720" rIns="91440" bIns="45720" rtlCol="0" anchor="ctr"/>
          <a:lstStyle>
            <a:lvl1pPr algn="r">
              <a:defRPr kumimoji="0" lang="en-GB" sz="1200" b="0" i="0" u="none" strike="noStrike" kern="1200" cap="none" spc="0" normalizeH="0" baseline="0" smtClean="0">
                <a:ln>
                  <a:noFill/>
                </a:ln>
                <a:solidFill>
                  <a:schemeClr val="accent1"/>
                </a:solidFill>
                <a:effectLst/>
                <a:uLnTx/>
                <a:uFillTx/>
                <a:latin typeface="+mn-lt"/>
                <a:ea typeface="Open Sans" panose="020B0606030504020204" pitchFamily="34" charset="0"/>
                <a:cs typeface="Open Sans" panose="020B0606030504020204" pitchFamily="34" charset="0"/>
              </a:defRPr>
            </a:lvl1pPr>
          </a:lstStyle>
          <a:p>
            <a:fld id="{93EB5604-00B7-4739-B8B6-0DEE3E239664}" type="slidenum">
              <a:rPr lang="en-GB" smtClean="0"/>
              <a:pPr/>
              <a:t>‹#›</a:t>
            </a:fld>
            <a:endParaRPr lang="en-GB" dirty="0"/>
          </a:p>
        </p:txBody>
      </p:sp>
    </p:spTree>
    <p:custDataLst>
      <p:tags r:id="rId1"/>
    </p:custDataLst>
    <p:extLst>
      <p:ext uri="{BB962C8B-B14F-4D97-AF65-F5344CB8AC3E}">
        <p14:creationId xmlns:p14="http://schemas.microsoft.com/office/powerpoint/2010/main" val="3697065524"/>
      </p:ext>
    </p:extLst>
  </p:cSld>
  <p:clrMapOvr>
    <a:masterClrMapping/>
  </p:clrMapOvr>
  <p:hf hdr="0" ftr="0"/>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Logo Slide">
    <p:spTree>
      <p:nvGrpSpPr>
        <p:cNvPr id="1" name=""/>
        <p:cNvGrpSpPr/>
        <p:nvPr/>
      </p:nvGrpSpPr>
      <p:grpSpPr>
        <a:xfrm>
          <a:off x="0" y="0"/>
          <a:ext cx="0" cy="0"/>
          <a:chOff x="0" y="0"/>
          <a:chExt cx="0" cy="0"/>
        </a:xfrm>
      </p:grpSpPr>
      <p:pic>
        <p:nvPicPr>
          <p:cNvPr id="8" name="Graphic 7" descr="RGU logo on purple background">
            <a:extLst>
              <a:ext uri="{FF2B5EF4-FFF2-40B4-BE49-F238E27FC236}">
                <a16:creationId xmlns:a16="http://schemas.microsoft.com/office/drawing/2014/main" id="{A5EBB328-2B58-8FEF-4829-99E373C1F03D}"/>
              </a:ext>
              <a:ext uri="{C183D7F6-B498-43B3-948B-1728B52AA6E4}">
                <adec:decorative xmlns:adec="http://schemas.microsoft.com/office/drawing/2017/decorative" val="0"/>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custDataLst>
      <p:tags r:id="rId1"/>
    </p:custDataLst>
    <p:extLst>
      <p:ext uri="{BB962C8B-B14F-4D97-AF65-F5344CB8AC3E}">
        <p14:creationId xmlns:p14="http://schemas.microsoft.com/office/powerpoint/2010/main" val="2576146678"/>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1.sv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21.xml"/><Relationship Id="rId2" Type="http://schemas.openxmlformats.org/officeDocument/2006/relationships/theme" Target="../theme/theme2.xml"/><Relationship Id="rId1"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0CEF1903-7C7C-F695-628F-43E5359F2E2E}"/>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1"/>
              </a:ext>
            </a:extLst>
          </a:blip>
          <a:stretch>
            <a:fillRect/>
          </a:stretch>
        </p:blipFill>
        <p:spPr>
          <a:xfrm>
            <a:off x="461963" y="375450"/>
            <a:ext cx="2352675" cy="428625"/>
          </a:xfrm>
          <a:prstGeom prst="rect">
            <a:avLst/>
          </a:prstGeom>
        </p:spPr>
      </p:pic>
    </p:spTree>
    <p:custDataLst>
      <p:tags r:id="rId20"/>
    </p:custDataLst>
    <p:extLst>
      <p:ext uri="{BB962C8B-B14F-4D97-AF65-F5344CB8AC3E}">
        <p14:creationId xmlns:p14="http://schemas.microsoft.com/office/powerpoint/2010/main" val="2076357583"/>
      </p:ext>
    </p:extLst>
  </p:cSld>
  <p:clrMap bg1="lt1" tx1="dk1" bg2="lt2" tx2="dk2" accent1="accent1" accent2="accent2" accent3="accent3" accent4="accent4" accent5="accent5" accent6="accent6" hlink="hlink" folHlink="folHlink"/>
  <p:sldLayoutIdLst>
    <p:sldLayoutId id="2147483706"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07" r:id="rId10"/>
    <p:sldLayoutId id="2147483708" r:id="rId11"/>
    <p:sldLayoutId id="2147483717" r:id="rId12"/>
    <p:sldLayoutId id="2147483710" r:id="rId13"/>
    <p:sldLayoutId id="2147483714" r:id="rId14"/>
    <p:sldLayoutId id="2147483716" r:id="rId15"/>
    <p:sldLayoutId id="2147483697" r:id="rId16"/>
    <p:sldLayoutId id="2147483696" r:id="rId17"/>
    <p:sldLayoutId id="2147483711" r:id="rId18"/>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r" defTabSz="914400" rtl="0" eaLnBrk="1" latinLnBrk="0" hangingPunct="1">
        <a:lnSpc>
          <a:spcPct val="100000"/>
        </a:lnSpc>
        <a:spcBef>
          <a:spcPts val="0"/>
        </a:spcBef>
        <a:buFont typeface="Arial" panose="020B0604020202020204" pitchFamily="34" charset="0"/>
        <a:buNone/>
        <a:defRPr sz="2400" b="1"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91" userDrawn="1">
          <p15:clr>
            <a:srgbClr val="F26B43"/>
          </p15:clr>
        </p15:guide>
        <p15:guide id="2" pos="7389" userDrawn="1">
          <p15:clr>
            <a:srgbClr val="F26B43"/>
          </p15:clr>
        </p15:guide>
        <p15:guide id="3" pos="3840" userDrawn="1">
          <p15:clr>
            <a:srgbClr val="F26B43"/>
          </p15:clr>
        </p15:guide>
        <p15:guide id="4" orient="horz" pos="2160" userDrawn="1">
          <p15:clr>
            <a:srgbClr val="F26B43"/>
          </p15:clr>
        </p15:guide>
        <p15:guide id="6" orient="horz" pos="3884" userDrawn="1">
          <p15:clr>
            <a:srgbClr val="F26B43"/>
          </p15:clr>
        </p15:guide>
        <p15:guide id="9" pos="166" userDrawn="1">
          <p15:clr>
            <a:srgbClr val="F26B43"/>
          </p15:clr>
        </p15:guide>
        <p15:guide id="10" pos="7514" userDrawn="1">
          <p15:clr>
            <a:srgbClr val="F26B43"/>
          </p15:clr>
        </p15:guide>
        <p15:guide id="11" orient="horz" pos="640" userDrawn="1">
          <p15:clr>
            <a:srgbClr val="F26B43"/>
          </p15:clr>
        </p15:guide>
        <p15:guide id="12" orient="horz" pos="1094" userDrawn="1">
          <p15:clr>
            <a:srgbClr val="F26B43"/>
          </p15:clr>
        </p15:guide>
        <p15:guide id="13" orient="horz" pos="1162"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ustDataLst>
      <p:tags r:id="rId3"/>
    </p:custDataLst>
    <p:extLst>
      <p:ext uri="{BB962C8B-B14F-4D97-AF65-F5344CB8AC3E}">
        <p14:creationId xmlns:p14="http://schemas.microsoft.com/office/powerpoint/2010/main" val="2863782565"/>
      </p:ext>
    </p:extLst>
  </p:cSld>
  <p:clrMap bg1="lt1" tx1="dk1" bg2="lt2" tx2="dk2" accent1="accent1" accent2="accent2" accent3="accent3" accent4="accent4" accent5="accent5" accent6="accent6" hlink="hlink" folHlink="folHlink"/>
  <p:sldLayoutIdLst>
    <p:sldLayoutId id="2147483720" r:id="rId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guide id="3" pos="290" userDrawn="1">
          <p15:clr>
            <a:srgbClr val="F26B43"/>
          </p15:clr>
        </p15:guide>
        <p15:guide id="4" orient="horz" pos="25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1.xml"/><Relationship Id="rId1" Type="http://schemas.openxmlformats.org/officeDocument/2006/relationships/tags" Target="../tags/tag2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10.xml"/><Relationship Id="rId1" Type="http://schemas.openxmlformats.org/officeDocument/2006/relationships/tags" Target="../tags/tag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D158-E750-52DA-BD0B-47D7E11583FC}"/>
              </a:ext>
            </a:extLst>
          </p:cNvPr>
          <p:cNvSpPr>
            <a:spLocks noGrp="1"/>
          </p:cNvSpPr>
          <p:nvPr>
            <p:ph type="title"/>
          </p:nvPr>
        </p:nvSpPr>
        <p:spPr>
          <a:xfrm>
            <a:off x="461962" y="1016000"/>
            <a:ext cx="11268075" cy="5394960"/>
          </a:xfrm>
        </p:spPr>
        <p:txBody>
          <a:bodyPr/>
          <a:lstStyle/>
          <a:p>
            <a:pPr algn="ctr"/>
            <a:r>
              <a:rPr lang="en-US" sz="4000" dirty="0"/>
              <a:t>INDUSTRIAL CLEANING MACHINE-RENTAL SERVICES</a:t>
            </a:r>
            <a:br>
              <a:rPr lang="en-US" sz="4000" dirty="0"/>
            </a:br>
            <a:br>
              <a:rPr lang="en-US" sz="4000" dirty="0"/>
            </a:br>
            <a:r>
              <a:rPr lang="en-US" sz="3600" b="0" dirty="0">
                <a:solidFill>
                  <a:srgbClr val="00B050"/>
                </a:solidFill>
              </a:rPr>
              <a:t>A Demo-Video Presentation for</a:t>
            </a:r>
            <a:br>
              <a:rPr lang="en-US" sz="3600" b="0" dirty="0">
                <a:solidFill>
                  <a:srgbClr val="00B050"/>
                </a:solidFill>
              </a:rPr>
            </a:br>
            <a:r>
              <a:rPr lang="en-US" sz="3600" b="0" dirty="0">
                <a:solidFill>
                  <a:srgbClr val="00B050"/>
                </a:solidFill>
              </a:rPr>
              <a:t>Intranet Systems Development Coursework (CMM007)</a:t>
            </a:r>
            <a:br>
              <a:rPr lang="en-US" sz="3600" b="0" dirty="0">
                <a:solidFill>
                  <a:srgbClr val="00B050"/>
                </a:solidFill>
              </a:rPr>
            </a:br>
            <a:br>
              <a:rPr lang="en-US" sz="3600" b="0" dirty="0">
                <a:solidFill>
                  <a:srgbClr val="00B050"/>
                </a:solidFill>
              </a:rPr>
            </a:br>
            <a:r>
              <a:rPr lang="en-US" sz="3600" b="0" dirty="0">
                <a:solidFill>
                  <a:srgbClr val="00B050"/>
                </a:solidFill>
              </a:rPr>
              <a:t>By</a:t>
            </a:r>
            <a:br>
              <a:rPr lang="en-US" sz="3600" b="0" dirty="0">
                <a:solidFill>
                  <a:srgbClr val="00B050"/>
                </a:solidFill>
              </a:rPr>
            </a:br>
            <a:br>
              <a:rPr lang="en-US" sz="3600" b="0" dirty="0">
                <a:solidFill>
                  <a:srgbClr val="00B050"/>
                </a:solidFill>
              </a:rPr>
            </a:br>
            <a:r>
              <a:rPr lang="en-US" sz="3600" b="0" dirty="0">
                <a:solidFill>
                  <a:srgbClr val="00B050"/>
                </a:solidFill>
              </a:rPr>
              <a:t>Uchenna Okafor(2428089)</a:t>
            </a:r>
            <a:br>
              <a:rPr lang="en-US" sz="3600" b="0" dirty="0">
                <a:solidFill>
                  <a:srgbClr val="00B050"/>
                </a:solidFill>
              </a:rPr>
            </a:br>
            <a:br>
              <a:rPr lang="en-US" sz="3600" b="0" dirty="0">
                <a:solidFill>
                  <a:srgbClr val="00B050"/>
                </a:solidFill>
              </a:rPr>
            </a:br>
            <a:endParaRPr lang="en-GB" sz="3600" b="0" dirty="0">
              <a:solidFill>
                <a:srgbClr val="00B050"/>
              </a:solidFill>
            </a:endParaRPr>
          </a:p>
        </p:txBody>
      </p:sp>
      <p:sp>
        <p:nvSpPr>
          <p:cNvPr id="3" name="Date Placeholder 2">
            <a:extLst>
              <a:ext uri="{FF2B5EF4-FFF2-40B4-BE49-F238E27FC236}">
                <a16:creationId xmlns:a16="http://schemas.microsoft.com/office/drawing/2014/main" id="{D6127599-09CE-E8BA-6FB1-D8DF03DC500F}"/>
              </a:ext>
            </a:extLst>
          </p:cNvPr>
          <p:cNvSpPr>
            <a:spLocks noGrp="1"/>
          </p:cNvSpPr>
          <p:nvPr>
            <p:ph type="dt" sz="half" idx="10"/>
          </p:nvPr>
        </p:nvSpPr>
        <p:spPr/>
        <p:txBody>
          <a:bodyPr/>
          <a:lstStyle/>
          <a:p>
            <a:pPr defTabSz="914400">
              <a:defRPr/>
            </a:pPr>
            <a:fld id="{CA560460-C6EE-49B6-875B-6438497EF71A}" type="datetime4">
              <a:rPr lang="en-GB" smtClean="0"/>
              <a:pPr defTabSz="914400">
                <a:defRPr/>
              </a:pPr>
              <a:t>15 April 2026</a:t>
            </a:fld>
            <a:endParaRPr lang="en-US" dirty="0"/>
          </a:p>
        </p:txBody>
      </p:sp>
      <p:sp>
        <p:nvSpPr>
          <p:cNvPr id="4" name="Slide Number Placeholder 3">
            <a:extLst>
              <a:ext uri="{FF2B5EF4-FFF2-40B4-BE49-F238E27FC236}">
                <a16:creationId xmlns:a16="http://schemas.microsoft.com/office/drawing/2014/main" id="{2ACF626B-D197-7F8C-CEE5-08EE84FAE3E4}"/>
              </a:ext>
            </a:extLst>
          </p:cNvPr>
          <p:cNvSpPr>
            <a:spLocks noGrp="1"/>
          </p:cNvSpPr>
          <p:nvPr>
            <p:ph type="sldNum" sz="quarter" idx="4"/>
          </p:nvPr>
        </p:nvSpPr>
        <p:spPr/>
        <p:txBody>
          <a:bodyPr/>
          <a:lstStyle/>
          <a:p>
            <a:fld id="{93EB5604-00B7-4739-B8B6-0DEE3E239664}" type="slidenum">
              <a:rPr lang="en-GB" smtClean="0"/>
              <a:pPr/>
              <a:t>0</a:t>
            </a:fld>
            <a:endParaRPr lang="en-GB" dirty="0"/>
          </a:p>
        </p:txBody>
      </p:sp>
    </p:spTree>
    <p:extLst>
      <p:ext uri="{BB962C8B-B14F-4D97-AF65-F5344CB8AC3E}">
        <p14:creationId xmlns:p14="http://schemas.microsoft.com/office/powerpoint/2010/main" val="41732076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4ED8352-B503-B29A-F02F-37761FE4D279}"/>
              </a:ext>
            </a:extLst>
          </p:cNvPr>
          <p:cNvSpPr>
            <a:spLocks noGrp="1"/>
          </p:cNvSpPr>
          <p:nvPr>
            <p:ph type="title"/>
          </p:nvPr>
        </p:nvSpPr>
        <p:spPr/>
        <p:txBody>
          <a:bodyPr/>
          <a:lstStyle/>
          <a:p>
            <a:r>
              <a:rPr lang="en-US" dirty="0"/>
              <a:t>USER STORIES: FOR ADMIN</a:t>
            </a:r>
            <a:endParaRPr lang="en-GB" dirty="0"/>
          </a:p>
        </p:txBody>
      </p:sp>
      <p:sp>
        <p:nvSpPr>
          <p:cNvPr id="7" name="Content Placeholder 6">
            <a:extLst>
              <a:ext uri="{FF2B5EF4-FFF2-40B4-BE49-F238E27FC236}">
                <a16:creationId xmlns:a16="http://schemas.microsoft.com/office/drawing/2014/main" id="{3CE01BFF-6477-BC30-A3A2-C9CA1566F581}"/>
              </a:ext>
            </a:extLst>
          </p:cNvPr>
          <p:cNvSpPr>
            <a:spLocks noGrp="1"/>
          </p:cNvSpPr>
          <p:nvPr>
            <p:ph idx="1"/>
          </p:nvPr>
        </p:nvSpPr>
        <p:spPr/>
        <p:txBody>
          <a:bodyPr/>
          <a:lstStyle/>
          <a:p>
            <a:r>
              <a:rPr lang="en-US" dirty="0">
                <a:solidFill>
                  <a:srgbClr val="002060"/>
                </a:solidFill>
              </a:rPr>
              <a:t>As an Admin, I want to add new machine to the inventory so that users can   rent it.</a:t>
            </a:r>
          </a:p>
          <a:p>
            <a:r>
              <a:rPr lang="en-US" dirty="0">
                <a:solidFill>
                  <a:srgbClr val="002060"/>
                </a:solidFill>
              </a:rPr>
              <a:t>As an Admin, I want to update equipment details to maintain accurate records.</a:t>
            </a:r>
          </a:p>
          <a:p>
            <a:r>
              <a:rPr lang="en-US" dirty="0">
                <a:solidFill>
                  <a:srgbClr val="002060"/>
                </a:solidFill>
              </a:rPr>
              <a:t>As an Admin, I want to manage user accounts to control system access.</a:t>
            </a:r>
            <a:endParaRPr lang="en-GB" dirty="0"/>
          </a:p>
        </p:txBody>
      </p:sp>
      <p:sp>
        <p:nvSpPr>
          <p:cNvPr id="4" name="Slide Number Placeholder 3">
            <a:extLst>
              <a:ext uri="{FF2B5EF4-FFF2-40B4-BE49-F238E27FC236}">
                <a16:creationId xmlns:a16="http://schemas.microsoft.com/office/drawing/2014/main" id="{69A7EED2-D5E9-735C-E911-9DCF78FD5D64}"/>
              </a:ext>
            </a:extLst>
          </p:cNvPr>
          <p:cNvSpPr>
            <a:spLocks noGrp="1"/>
          </p:cNvSpPr>
          <p:nvPr>
            <p:ph type="sldNum" sz="quarter" idx="4"/>
          </p:nvPr>
        </p:nvSpPr>
        <p:spPr>
          <a:xfrm>
            <a:off x="10798624" y="6165850"/>
            <a:ext cx="931413" cy="692149"/>
          </a:xfrm>
          <a:prstGeom prst="rect">
            <a:avLst/>
          </a:prstGeom>
        </p:spPr>
        <p:txBody>
          <a:bodyPr/>
          <a:lstStyle/>
          <a:p>
            <a:fld id="{93EB5604-00B7-4739-B8B6-0DEE3E239664}" type="slidenum">
              <a:rPr lang="en-GB" smtClean="0"/>
              <a:pPr/>
              <a:t>1</a:t>
            </a:fld>
            <a:endParaRPr lang="en-GB" dirty="0"/>
          </a:p>
        </p:txBody>
      </p:sp>
      <p:sp>
        <p:nvSpPr>
          <p:cNvPr id="5" name="Date Placeholder 4">
            <a:extLst>
              <a:ext uri="{FF2B5EF4-FFF2-40B4-BE49-F238E27FC236}">
                <a16:creationId xmlns:a16="http://schemas.microsoft.com/office/drawing/2014/main" id="{76AF4FA5-B52C-08B1-A14F-7C27B14108CF}"/>
              </a:ext>
            </a:extLst>
          </p:cNvPr>
          <p:cNvSpPr>
            <a:spLocks noGrp="1"/>
          </p:cNvSpPr>
          <p:nvPr>
            <p:ph type="dt" sz="half" idx="10"/>
          </p:nvPr>
        </p:nvSpPr>
        <p:spPr/>
        <p:txBody>
          <a:bodyPr/>
          <a:lstStyle/>
          <a:p>
            <a:pPr defTabSz="914400">
              <a:defRPr/>
            </a:pPr>
            <a:fld id="{CA560460-C6EE-49B6-875B-6438497EF71A}" type="datetime4">
              <a:rPr lang="en-GB" smtClean="0"/>
              <a:pPr defTabSz="914400">
                <a:defRPr/>
              </a:pPr>
              <a:t>10 April 2026</a:t>
            </a:fld>
            <a:endParaRPr lang="en-US" dirty="0"/>
          </a:p>
        </p:txBody>
      </p:sp>
    </p:spTree>
    <p:custDataLst>
      <p:tags r:id="rId1"/>
    </p:custDataLst>
    <p:extLst>
      <p:ext uri="{BB962C8B-B14F-4D97-AF65-F5344CB8AC3E}">
        <p14:creationId xmlns:p14="http://schemas.microsoft.com/office/powerpoint/2010/main" val="33519947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3D932E-B735-AF8F-E2C0-A473CE3E74F5}"/>
              </a:ext>
            </a:extLst>
          </p:cNvPr>
          <p:cNvSpPr>
            <a:spLocks noGrp="1"/>
          </p:cNvSpPr>
          <p:nvPr>
            <p:ph type="title"/>
          </p:nvPr>
        </p:nvSpPr>
        <p:spPr/>
        <p:txBody>
          <a:bodyPr/>
          <a:lstStyle/>
          <a:p>
            <a:r>
              <a:rPr lang="en-US" dirty="0"/>
              <a:t>USER STORIES: FOR USERS</a:t>
            </a:r>
            <a:endParaRPr lang="en-GB" dirty="0"/>
          </a:p>
        </p:txBody>
      </p:sp>
      <p:sp>
        <p:nvSpPr>
          <p:cNvPr id="3" name="Content Placeholder 2">
            <a:extLst>
              <a:ext uri="{FF2B5EF4-FFF2-40B4-BE49-F238E27FC236}">
                <a16:creationId xmlns:a16="http://schemas.microsoft.com/office/drawing/2014/main" id="{85661AB9-8DF9-FCEF-98E9-516F3FB32BC4}"/>
              </a:ext>
            </a:extLst>
          </p:cNvPr>
          <p:cNvSpPr>
            <a:spLocks noGrp="1"/>
          </p:cNvSpPr>
          <p:nvPr>
            <p:ph idx="1"/>
          </p:nvPr>
        </p:nvSpPr>
        <p:spPr/>
        <p:txBody>
          <a:bodyPr/>
          <a:lstStyle/>
          <a:p>
            <a:r>
              <a:rPr lang="en-US" dirty="0"/>
              <a:t>As a User, I want to search for equipment by name or category to find the tools I need.</a:t>
            </a:r>
          </a:p>
          <a:p>
            <a:r>
              <a:rPr lang="en-US" dirty="0"/>
              <a:t>As a User, I want to rent equipment for a specific duration.</a:t>
            </a:r>
          </a:p>
          <a:p>
            <a:r>
              <a:rPr lang="en-US" dirty="0"/>
              <a:t>As a User, I want to return rented equipment and check my rental history.</a:t>
            </a:r>
            <a:endParaRPr lang="en-GB" dirty="0"/>
          </a:p>
        </p:txBody>
      </p:sp>
      <p:sp>
        <p:nvSpPr>
          <p:cNvPr id="4" name="Date Placeholder 3">
            <a:extLst>
              <a:ext uri="{FF2B5EF4-FFF2-40B4-BE49-F238E27FC236}">
                <a16:creationId xmlns:a16="http://schemas.microsoft.com/office/drawing/2014/main" id="{D8F72E80-E545-ED05-269F-6C3B2451806A}"/>
              </a:ext>
            </a:extLst>
          </p:cNvPr>
          <p:cNvSpPr>
            <a:spLocks noGrp="1"/>
          </p:cNvSpPr>
          <p:nvPr>
            <p:ph type="dt" sz="half" idx="10"/>
          </p:nvPr>
        </p:nvSpPr>
        <p:spPr/>
        <p:txBody>
          <a:bodyPr/>
          <a:lstStyle/>
          <a:p>
            <a:pPr defTabSz="914400">
              <a:defRPr/>
            </a:pPr>
            <a:fld id="{CA560460-C6EE-49B6-875B-6438497EF71A}" type="datetime4">
              <a:rPr lang="en-GB" smtClean="0"/>
              <a:pPr defTabSz="914400">
                <a:defRPr/>
              </a:pPr>
              <a:t>15 April 2026</a:t>
            </a:fld>
            <a:endParaRPr lang="en-US" dirty="0"/>
          </a:p>
        </p:txBody>
      </p:sp>
      <p:sp>
        <p:nvSpPr>
          <p:cNvPr id="5" name="Slide Number Placeholder 4">
            <a:extLst>
              <a:ext uri="{FF2B5EF4-FFF2-40B4-BE49-F238E27FC236}">
                <a16:creationId xmlns:a16="http://schemas.microsoft.com/office/drawing/2014/main" id="{5B1C0EB6-1842-7CF4-983D-9E79858DD6C9}"/>
              </a:ext>
            </a:extLst>
          </p:cNvPr>
          <p:cNvSpPr>
            <a:spLocks noGrp="1"/>
          </p:cNvSpPr>
          <p:nvPr>
            <p:ph type="sldNum" sz="quarter" idx="4"/>
          </p:nvPr>
        </p:nvSpPr>
        <p:spPr/>
        <p:txBody>
          <a:bodyPr/>
          <a:lstStyle/>
          <a:p>
            <a:fld id="{93EB5604-00B7-4739-B8B6-0DEE3E239664}" type="slidenum">
              <a:rPr lang="en-GB" smtClean="0"/>
              <a:pPr/>
              <a:t>2</a:t>
            </a:fld>
            <a:endParaRPr lang="en-GB" dirty="0"/>
          </a:p>
        </p:txBody>
      </p:sp>
    </p:spTree>
    <p:extLst>
      <p:ext uri="{BB962C8B-B14F-4D97-AF65-F5344CB8AC3E}">
        <p14:creationId xmlns:p14="http://schemas.microsoft.com/office/powerpoint/2010/main" val="17907070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338FC-974E-90EE-3760-2816E88FAD7C}"/>
              </a:ext>
            </a:extLst>
          </p:cNvPr>
          <p:cNvSpPr>
            <a:spLocks noGrp="1"/>
          </p:cNvSpPr>
          <p:nvPr>
            <p:ph type="title"/>
          </p:nvPr>
        </p:nvSpPr>
        <p:spPr/>
        <p:txBody>
          <a:bodyPr/>
          <a:lstStyle/>
          <a:p>
            <a:r>
              <a:rPr lang="en-US" dirty="0"/>
              <a:t>LIMITATIONS OF THE PROJECT</a:t>
            </a:r>
            <a:endParaRPr lang="en-GB" dirty="0"/>
          </a:p>
        </p:txBody>
      </p:sp>
      <p:sp>
        <p:nvSpPr>
          <p:cNvPr id="3" name="Content Placeholder 2">
            <a:extLst>
              <a:ext uri="{FF2B5EF4-FFF2-40B4-BE49-F238E27FC236}">
                <a16:creationId xmlns:a16="http://schemas.microsoft.com/office/drawing/2014/main" id="{6EF4702A-9BAD-8C35-EFAD-770B8399F7B0}"/>
              </a:ext>
            </a:extLst>
          </p:cNvPr>
          <p:cNvSpPr>
            <a:spLocks noGrp="1"/>
          </p:cNvSpPr>
          <p:nvPr>
            <p:ph idx="1"/>
          </p:nvPr>
        </p:nvSpPr>
        <p:spPr/>
        <p:txBody>
          <a:bodyPr/>
          <a:lstStyle/>
          <a:p>
            <a:endParaRPr lang="en-GB" dirty="0"/>
          </a:p>
        </p:txBody>
      </p:sp>
      <p:sp>
        <p:nvSpPr>
          <p:cNvPr id="4" name="Date Placeholder 3">
            <a:extLst>
              <a:ext uri="{FF2B5EF4-FFF2-40B4-BE49-F238E27FC236}">
                <a16:creationId xmlns:a16="http://schemas.microsoft.com/office/drawing/2014/main" id="{A3E7833D-5831-A877-212C-0DC427E831AB}"/>
              </a:ext>
            </a:extLst>
          </p:cNvPr>
          <p:cNvSpPr>
            <a:spLocks noGrp="1"/>
          </p:cNvSpPr>
          <p:nvPr>
            <p:ph type="dt" sz="half" idx="10"/>
          </p:nvPr>
        </p:nvSpPr>
        <p:spPr/>
        <p:txBody>
          <a:bodyPr/>
          <a:lstStyle/>
          <a:p>
            <a:pPr defTabSz="914400">
              <a:defRPr/>
            </a:pPr>
            <a:fld id="{CA560460-C6EE-49B6-875B-6438497EF71A}" type="datetime4">
              <a:rPr lang="en-GB" smtClean="0"/>
              <a:pPr defTabSz="914400">
                <a:defRPr/>
              </a:pPr>
              <a:t>15 April 2026</a:t>
            </a:fld>
            <a:endParaRPr lang="en-US" dirty="0"/>
          </a:p>
        </p:txBody>
      </p:sp>
      <p:sp>
        <p:nvSpPr>
          <p:cNvPr id="5" name="Slide Number Placeholder 4">
            <a:extLst>
              <a:ext uri="{FF2B5EF4-FFF2-40B4-BE49-F238E27FC236}">
                <a16:creationId xmlns:a16="http://schemas.microsoft.com/office/drawing/2014/main" id="{B79E32F9-80D1-ECCE-748E-656750AE2BD1}"/>
              </a:ext>
            </a:extLst>
          </p:cNvPr>
          <p:cNvSpPr>
            <a:spLocks noGrp="1"/>
          </p:cNvSpPr>
          <p:nvPr>
            <p:ph type="sldNum" sz="quarter" idx="4"/>
          </p:nvPr>
        </p:nvSpPr>
        <p:spPr/>
        <p:txBody>
          <a:bodyPr/>
          <a:lstStyle/>
          <a:p>
            <a:fld id="{93EB5604-00B7-4739-B8B6-0DEE3E239664}" type="slidenum">
              <a:rPr lang="en-GB" smtClean="0"/>
              <a:pPr/>
              <a:t>3</a:t>
            </a:fld>
            <a:endParaRPr lang="en-GB" dirty="0"/>
          </a:p>
        </p:txBody>
      </p:sp>
    </p:spTree>
    <p:extLst>
      <p:ext uri="{BB962C8B-B14F-4D97-AF65-F5344CB8AC3E}">
        <p14:creationId xmlns:p14="http://schemas.microsoft.com/office/powerpoint/2010/main" val="2175084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26D3C-DAEC-DE94-EF0E-41484B608F71}"/>
              </a:ext>
            </a:extLst>
          </p:cNvPr>
          <p:cNvSpPr>
            <a:spLocks noGrp="1"/>
          </p:cNvSpPr>
          <p:nvPr>
            <p:ph type="title"/>
          </p:nvPr>
        </p:nvSpPr>
        <p:spPr/>
        <p:txBody>
          <a:bodyPr/>
          <a:lstStyle/>
          <a:p>
            <a:r>
              <a:rPr lang="en-US" dirty="0"/>
              <a:t>RECOMMENDATION AND CONCLUSION </a:t>
            </a:r>
            <a:endParaRPr lang="en-GB" dirty="0"/>
          </a:p>
        </p:txBody>
      </p:sp>
      <p:sp>
        <p:nvSpPr>
          <p:cNvPr id="3" name="Content Placeholder 2">
            <a:extLst>
              <a:ext uri="{FF2B5EF4-FFF2-40B4-BE49-F238E27FC236}">
                <a16:creationId xmlns:a16="http://schemas.microsoft.com/office/drawing/2014/main" id="{D12D4445-64F1-5401-4006-96991182BCC9}"/>
              </a:ext>
            </a:extLst>
          </p:cNvPr>
          <p:cNvSpPr>
            <a:spLocks noGrp="1"/>
          </p:cNvSpPr>
          <p:nvPr>
            <p:ph idx="1"/>
          </p:nvPr>
        </p:nvSpPr>
        <p:spPr/>
        <p:txBody>
          <a:bodyPr/>
          <a:lstStyle/>
          <a:p>
            <a:endParaRPr lang="en-GB"/>
          </a:p>
        </p:txBody>
      </p:sp>
      <p:sp>
        <p:nvSpPr>
          <p:cNvPr id="4" name="Date Placeholder 3">
            <a:extLst>
              <a:ext uri="{FF2B5EF4-FFF2-40B4-BE49-F238E27FC236}">
                <a16:creationId xmlns:a16="http://schemas.microsoft.com/office/drawing/2014/main" id="{B8D65CA6-3E6A-6239-B1D3-695C4F5CBC72}"/>
              </a:ext>
            </a:extLst>
          </p:cNvPr>
          <p:cNvSpPr>
            <a:spLocks noGrp="1"/>
          </p:cNvSpPr>
          <p:nvPr>
            <p:ph type="dt" sz="half" idx="10"/>
          </p:nvPr>
        </p:nvSpPr>
        <p:spPr/>
        <p:txBody>
          <a:bodyPr/>
          <a:lstStyle/>
          <a:p>
            <a:pPr defTabSz="914400">
              <a:defRPr/>
            </a:pPr>
            <a:fld id="{CA560460-C6EE-49B6-875B-6438497EF71A}" type="datetime4">
              <a:rPr lang="en-GB" smtClean="0"/>
              <a:pPr defTabSz="914400">
                <a:defRPr/>
              </a:pPr>
              <a:t>15 April 2026</a:t>
            </a:fld>
            <a:endParaRPr lang="en-US" dirty="0"/>
          </a:p>
        </p:txBody>
      </p:sp>
      <p:sp>
        <p:nvSpPr>
          <p:cNvPr id="5" name="Slide Number Placeholder 4">
            <a:extLst>
              <a:ext uri="{FF2B5EF4-FFF2-40B4-BE49-F238E27FC236}">
                <a16:creationId xmlns:a16="http://schemas.microsoft.com/office/drawing/2014/main" id="{844B49DD-1A40-E4A4-0D0D-D377BDD262D7}"/>
              </a:ext>
            </a:extLst>
          </p:cNvPr>
          <p:cNvSpPr>
            <a:spLocks noGrp="1"/>
          </p:cNvSpPr>
          <p:nvPr>
            <p:ph type="sldNum" sz="quarter" idx="4"/>
          </p:nvPr>
        </p:nvSpPr>
        <p:spPr/>
        <p:txBody>
          <a:bodyPr/>
          <a:lstStyle/>
          <a:p>
            <a:fld id="{93EB5604-00B7-4739-B8B6-0DEE3E239664}" type="slidenum">
              <a:rPr lang="en-GB" smtClean="0"/>
              <a:pPr/>
              <a:t>4</a:t>
            </a:fld>
            <a:endParaRPr lang="en-GB" dirty="0"/>
          </a:p>
        </p:txBody>
      </p:sp>
    </p:spTree>
    <p:extLst>
      <p:ext uri="{BB962C8B-B14F-4D97-AF65-F5344CB8AC3E}">
        <p14:creationId xmlns:p14="http://schemas.microsoft.com/office/powerpoint/2010/main" val="13049851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F977C-B2E3-3E20-896F-5C96489AFADB}"/>
              </a:ext>
            </a:extLst>
          </p:cNvPr>
          <p:cNvSpPr>
            <a:spLocks noGrp="1"/>
          </p:cNvSpPr>
          <p:nvPr>
            <p:ph type="title"/>
          </p:nvPr>
        </p:nvSpPr>
        <p:spPr/>
        <p:txBody>
          <a:bodyPr/>
          <a:lstStyle/>
          <a:p>
            <a:r>
              <a:rPr lang="en-GB" sz="2400" dirty="0"/>
              <a:t>Captioning Statement</a:t>
            </a:r>
          </a:p>
        </p:txBody>
      </p:sp>
      <p:sp>
        <p:nvSpPr>
          <p:cNvPr id="3" name="Text Placeholder 2">
            <a:extLst>
              <a:ext uri="{FF2B5EF4-FFF2-40B4-BE49-F238E27FC236}">
                <a16:creationId xmlns:a16="http://schemas.microsoft.com/office/drawing/2014/main" id="{DBBCB105-4DBC-3674-1EDF-9D653FEF20E9}"/>
              </a:ext>
            </a:extLst>
          </p:cNvPr>
          <p:cNvSpPr>
            <a:spLocks noGrp="1"/>
          </p:cNvSpPr>
          <p:nvPr>
            <p:ph type="body" idx="1"/>
          </p:nvPr>
        </p:nvSpPr>
        <p:spPr>
          <a:xfrm>
            <a:off x="461963" y="3087962"/>
            <a:ext cx="11268000" cy="3077888"/>
          </a:xfrm>
        </p:spPr>
        <p:txBody>
          <a:bodyPr/>
          <a:lstStyle/>
          <a:p>
            <a:pPr>
              <a:lnSpc>
                <a:spcPct val="114000"/>
              </a:lnSpc>
            </a:pPr>
            <a:r>
              <a:rPr lang="en-GB" sz="1800" dirty="0"/>
              <a:t>Video and audio content at the University uses closed captions generated by automatic speech recognition (ASR). The ASR process is based on machine learning algorithms which automatically transcribe voice to text. According to our technology providers this process is approximately 70-90% accurate depending on the quality of the audio, and consequently video and audio closed captions may include some transcription errors. It is therefore important to recognise that the original recording is the most accurate reflection of the content, and not the captions. </a:t>
            </a:r>
          </a:p>
          <a:p>
            <a:pPr>
              <a:lnSpc>
                <a:spcPct val="114000"/>
              </a:lnSpc>
            </a:pPr>
            <a:r>
              <a:rPr lang="en-GB" sz="1800" dirty="0"/>
              <a:t>If you require accurate captions as part of your reasonable adjustments, please contact the Inclusion Centre to discuss your requirements. </a:t>
            </a:r>
          </a:p>
        </p:txBody>
      </p:sp>
      <p:sp>
        <p:nvSpPr>
          <p:cNvPr id="4" name="Slide Number Placeholder 3">
            <a:extLst>
              <a:ext uri="{FF2B5EF4-FFF2-40B4-BE49-F238E27FC236}">
                <a16:creationId xmlns:a16="http://schemas.microsoft.com/office/drawing/2014/main" id="{3E2DBB48-D673-23E7-8714-163D739D1C8A}"/>
              </a:ext>
            </a:extLst>
          </p:cNvPr>
          <p:cNvSpPr>
            <a:spLocks noGrp="1"/>
          </p:cNvSpPr>
          <p:nvPr>
            <p:ph type="sldNum" sz="quarter" idx="4"/>
          </p:nvPr>
        </p:nvSpPr>
        <p:spPr>
          <a:xfrm>
            <a:off x="10798624" y="6165850"/>
            <a:ext cx="931413" cy="692149"/>
          </a:xfrm>
          <a:prstGeom prst="rect">
            <a:avLst/>
          </a:prstGeom>
        </p:spPr>
        <p:txBody>
          <a:bodyPr/>
          <a:lstStyle/>
          <a:p>
            <a:fld id="{93EB5604-00B7-4739-B8B6-0DEE3E239664}" type="slidenum">
              <a:rPr lang="en-GB" smtClean="0"/>
              <a:pPr/>
              <a:t>5</a:t>
            </a:fld>
            <a:endParaRPr lang="en-GB" dirty="0"/>
          </a:p>
        </p:txBody>
      </p:sp>
      <p:sp>
        <p:nvSpPr>
          <p:cNvPr id="5" name="Date Placeholder 4">
            <a:extLst>
              <a:ext uri="{FF2B5EF4-FFF2-40B4-BE49-F238E27FC236}">
                <a16:creationId xmlns:a16="http://schemas.microsoft.com/office/drawing/2014/main" id="{52464153-2FA4-81BA-DA53-F21AF57A8D87}"/>
              </a:ext>
            </a:extLst>
          </p:cNvPr>
          <p:cNvSpPr>
            <a:spLocks noGrp="1"/>
          </p:cNvSpPr>
          <p:nvPr>
            <p:ph type="dt" sz="half" idx="10"/>
          </p:nvPr>
        </p:nvSpPr>
        <p:spPr>
          <a:prstGeom prst="rect">
            <a:avLst/>
          </a:prstGeom>
        </p:spPr>
        <p:txBody>
          <a:bodyPr/>
          <a:lstStyle/>
          <a:p>
            <a:pPr defTabSz="914400">
              <a:defRPr/>
            </a:pPr>
            <a:fld id="{CA560460-C6EE-49B6-875B-6438497EF71A}" type="datetime4">
              <a:rPr lang="en-GB" smtClean="0"/>
              <a:pPr defTabSz="914400">
                <a:defRPr/>
              </a:pPr>
              <a:t>10 April 2026</a:t>
            </a:fld>
            <a:endParaRPr lang="en-US" dirty="0"/>
          </a:p>
        </p:txBody>
      </p:sp>
    </p:spTree>
    <p:custDataLst>
      <p:tags r:id="rId1"/>
    </p:custDataLst>
    <p:extLst>
      <p:ext uri="{BB962C8B-B14F-4D97-AF65-F5344CB8AC3E}">
        <p14:creationId xmlns:p14="http://schemas.microsoft.com/office/powerpoint/2010/main" val="34467529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1_CUSTOM DESIGN" val="vUVkqySt"/>
  <p:tag name="ARTICULATE_DESIGN_ID_OFFICE THEME" val="FA2uSEuL"/>
  <p:tag name="ARTICULATE_DESIGN_ID_1_OFFICE THEME" val="oIckjX2H"/>
  <p:tag name="ARTICULATE_SLIDE_THUMBNAIL_REFRESH" val="1"/>
  <p:tag name="ARTICULATE_DESIGN_ID_CUSTOM DESIGN" val="tl6cAD9V"/>
  <p:tag name="ARTICULATE_DESIGN_ID_RGU POWEPOINT THEME" val="jpdPDNJd"/>
  <p:tag name="ARTICULATE_DESIGN_ID_RGU CUSTOM SLIDES" val="X0mKrjsa"/>
  <p:tag name="ARTICULATE_DESIGN_ID_RGU THEME" val="29PEgXa2"/>
  <p:tag name="ARTICULATE_DESIGN_ID_RGU OPTIONAL SLIDES" val="wRYre5VY"/>
  <p:tag name="ARTICULATE_SLIDE_COUNT" val="3"/>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RGU Theme">
  <a:themeElements>
    <a:clrScheme name="RGU Colours">
      <a:dk1>
        <a:srgbClr val="000000"/>
      </a:dk1>
      <a:lt1>
        <a:srgbClr val="FFFFFF"/>
      </a:lt1>
      <a:dk2>
        <a:srgbClr val="262626"/>
      </a:dk2>
      <a:lt2>
        <a:srgbClr val="FCFCFC"/>
      </a:lt2>
      <a:accent1>
        <a:srgbClr val="712177"/>
      </a:accent1>
      <a:accent2>
        <a:srgbClr val="B077B8"/>
      </a:accent2>
      <a:accent3>
        <a:srgbClr val="007ABF"/>
      </a:accent3>
      <a:accent4>
        <a:srgbClr val="009FEE"/>
      </a:accent4>
      <a:accent5>
        <a:srgbClr val="9FBF00"/>
      </a:accent5>
      <a:accent6>
        <a:srgbClr val="FFB300"/>
      </a:accent6>
      <a:hlink>
        <a:srgbClr val="007ABF"/>
      </a:hlink>
      <a:folHlink>
        <a:srgbClr val="954F72"/>
      </a:folHlink>
    </a:clrScheme>
    <a:fontScheme name="RGU Corporate PPT Theme fonts">
      <a:majorFont>
        <a:latin typeface="Zona Pro ExtraBold"/>
        <a:ea typeface=""/>
        <a:cs typeface=""/>
      </a:majorFont>
      <a:minorFont>
        <a:latin typeface="Zona Pro Regular"/>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GU Corporate PowerPoint template.pptx" id="{F4D60A2F-DA3B-4430-B62F-5284A31C09B8}" vid="{B4CDA6C3-B377-4E00-9F94-ED16307C0314}"/>
    </a:ext>
  </a:extLst>
</a:theme>
</file>

<file path=ppt/theme/theme2.xml><?xml version="1.0" encoding="utf-8"?>
<a:theme xmlns:a="http://schemas.openxmlformats.org/drawingml/2006/main" name="RGU Optional Slides">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GU Corporate PowerPoint template.pptx" id="{F4D60A2F-DA3B-4430-B62F-5284A31C09B8}" vid="{E530473F-9F16-4EB3-A6A1-178EBD07BC2E}"/>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3.xml><?xml version="1.0" encoding="utf-8"?>
<ct:contentTypeSchema xmlns:ct="http://schemas.microsoft.com/office/2006/metadata/contentType" xmlns:ma="http://schemas.microsoft.com/office/2006/metadata/properties/metaAttributes" ct:_="" ma:_="" ma:contentTypeName="Document" ma:contentTypeID="0x010100A668AD7851D87042ADABC2FC5F8D349B" ma:contentTypeVersion="6" ma:contentTypeDescription="Create a new document." ma:contentTypeScope="" ma:versionID="178b937d75a42d0b44dcfa3b941b1c31">
  <xsd:schema xmlns:xsd="http://www.w3.org/2001/XMLSchema" xmlns:xs="http://www.w3.org/2001/XMLSchema" xmlns:p="http://schemas.microsoft.com/office/2006/metadata/properties" xmlns:ns2="4fda59b2-845c-4c8e-9a06-59a686a5ff47" xmlns:ns3="19ce609c-fc47-4f75-a02e-e7e3af340ec0" targetNamespace="http://schemas.microsoft.com/office/2006/metadata/properties" ma:root="true" ma:fieldsID="2ad90a48ce274831f1824800107f4fe7" ns2:_="" ns3:_="">
    <xsd:import namespace="4fda59b2-845c-4c8e-9a06-59a686a5ff47"/>
    <xsd:import namespace="19ce609c-fc47-4f75-a02e-e7e3af340ec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element ref="ns3:SharedWithUsers" minOccurs="0"/>
                <xsd:element ref="ns3:SharedWithDetails"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fda59b2-845c-4c8e-9a06-59a686a5ff4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9ce609c-fc47-4f75-a02e-e7e3af340ec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_dlc_DocId" ma:index="14" nillable="true" ma:displayName="Document ID Value" ma:description="The value of the document ID assigned to this item." ma:indexed="true" ma:internalName="_dlc_DocId" ma:readOnly="true">
      <xsd:simpleType>
        <xsd:restriction base="dms:Text"/>
      </xsd:simpleType>
    </xsd:element>
    <xsd:element name="_dlc_DocIdUrl" ma:index="15"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6"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_dlc_DocId xmlns="19ce609c-fc47-4f75-a02e-e7e3af340ec0" xsi:nil="true"/>
    <_dlc_DocIdUrl xmlns="19ce609c-fc47-4f75-a02e-e7e3af340ec0">
      <Url xsi:nil="true"/>
      <Description xsi:nil="true"/>
    </_dlc_DocIdUrl>
  </documentManagement>
</p:properties>
</file>

<file path=customXml/itemProps1.xml><?xml version="1.0" encoding="utf-8"?>
<ds:datastoreItem xmlns:ds="http://schemas.openxmlformats.org/officeDocument/2006/customXml" ds:itemID="{342614F1-EC0D-4857-9834-B729C20ECD88}">
  <ds:schemaRefs>
    <ds:schemaRef ds:uri="http://schemas.microsoft.com/sharepoint/v3/contenttype/forms"/>
  </ds:schemaRefs>
</ds:datastoreItem>
</file>

<file path=customXml/itemProps2.xml><?xml version="1.0" encoding="utf-8"?>
<ds:datastoreItem xmlns:ds="http://schemas.openxmlformats.org/officeDocument/2006/customXml" ds:itemID="{F8601B53-F3BB-4411-A8FF-E6A999E0C34E}">
  <ds:schemaRefs>
    <ds:schemaRef ds:uri="http://schemas.microsoft.com/sharepoint/events"/>
  </ds:schemaRefs>
</ds:datastoreItem>
</file>

<file path=customXml/itemProps3.xml><?xml version="1.0" encoding="utf-8"?>
<ds:datastoreItem xmlns:ds="http://schemas.openxmlformats.org/officeDocument/2006/customXml" ds:itemID="{516D74CE-C532-4171-9CF8-B1531626C9C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fda59b2-845c-4c8e-9a06-59a686a5ff47"/>
    <ds:schemaRef ds:uri="19ce609c-fc47-4f75-a02e-e7e3af340ec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4.xml><?xml version="1.0" encoding="utf-8"?>
<ds:datastoreItem xmlns:ds="http://schemas.openxmlformats.org/officeDocument/2006/customXml" ds:itemID="{91D0C4AC-CC0B-46BC-9BC1-0E0419182EE9}">
  <ds:schemaRefs>
    <ds:schemaRef ds:uri="92065e8e-ce6d-43c4-a378-6986ce7bcaac"/>
    <ds:schemaRef ds:uri="http://schemas.microsoft.com/office/2006/metadata/properties"/>
    <ds:schemaRef ds:uri="http://schemas.microsoft.com/office/2006/documentManagement/types"/>
    <ds:schemaRef ds:uri="http://www.w3.org/XML/1998/namespace"/>
    <ds:schemaRef ds:uri="http://purl.org/dc/terms/"/>
    <ds:schemaRef ds:uri="http://schemas.microsoft.com/office/infopath/2007/PartnerControls"/>
    <ds:schemaRef ds:uri="http://purl.org/dc/elements/1.1/"/>
    <ds:schemaRef ds:uri="http://purl.org/dc/dcmitype/"/>
    <ds:schemaRef ds:uri="http://schemas.openxmlformats.org/package/2006/metadata/core-properties"/>
    <ds:schemaRef ds:uri="7d1a146b-7ae7-4e71-bf2a-62127445ba81"/>
    <ds:schemaRef ds:uri="d37d2b9c-0f82-4858-add7-bb4bd8256ea6"/>
    <ds:schemaRef ds:uri="19ce609c-fc47-4f75-a02e-e7e3af340ec0"/>
  </ds:schemaRefs>
</ds:datastoreItem>
</file>

<file path=docProps/app.xml><?xml version="1.0" encoding="utf-8"?>
<Properties xmlns="http://schemas.openxmlformats.org/officeDocument/2006/extended-properties" xmlns:vt="http://schemas.openxmlformats.org/officeDocument/2006/docPropsVTypes">
  <Template>RGU PowerPoint template</Template>
  <TotalTime>7051</TotalTime>
  <Words>275</Words>
  <Application>Microsoft Office PowerPoint</Application>
  <PresentationFormat>Widescreen</PresentationFormat>
  <Paragraphs>26</Paragraphs>
  <Slides>6</Slides>
  <Notes>0</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6</vt:i4>
      </vt:variant>
    </vt:vector>
  </HeadingPairs>
  <TitlesOfParts>
    <vt:vector size="10" baseType="lpstr">
      <vt:lpstr>Arial</vt:lpstr>
      <vt:lpstr>Calibri</vt:lpstr>
      <vt:lpstr>RGU Theme</vt:lpstr>
      <vt:lpstr>RGU Optional Slides</vt:lpstr>
      <vt:lpstr>INDUSTRIAL CLEANING MACHINE-RENTAL SERVICES  A Demo-Video Presentation for Intranet Systems Development Coursework (CMM007)  By  Uchenna Okafor(2428089)  </vt:lpstr>
      <vt:lpstr>USER STORIES: FOR ADMIN</vt:lpstr>
      <vt:lpstr>USER STORIES: FOR USERS</vt:lpstr>
      <vt:lpstr>LIMITATIONS OF THE PROJECT</vt:lpstr>
      <vt:lpstr>RECOMMENDATION AND CONCLUSION </vt:lpstr>
      <vt:lpstr>Captioning Statement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UCHENNA OKAFOR (2428089)</dc:creator>
  <cp:lastModifiedBy>UCHENNA OKAFOR (2428089)</cp:lastModifiedBy>
  <cp:revision>4</cp:revision>
  <cp:lastPrinted>2018-09-20T16:11:24Z</cp:lastPrinted>
  <dcterms:created xsi:type="dcterms:W3CDTF">2026-04-10T14:05:32Z</dcterms:created>
  <dcterms:modified xsi:type="dcterms:W3CDTF">2026-04-15T11:37:19Z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F75F1C4F-EB77-46F8-B08F-C07331B30AA7</vt:lpwstr>
  </property>
  <property fmtid="{D5CDD505-2E9C-101B-9397-08002B2CF9AE}" pid="3" name="ArticulatePath">
    <vt:lpwstr>LLM001 Commercial Contracting Short Course PPT template</vt:lpwstr>
  </property>
  <property fmtid="{D5CDD505-2E9C-101B-9397-08002B2CF9AE}" pid="4" name="ContentTypeId">
    <vt:lpwstr>0x010100A668AD7851D87042ADABC2FC5F8D349B</vt:lpwstr>
  </property>
  <property fmtid="{D5CDD505-2E9C-101B-9397-08002B2CF9AE}" pid="5" name="MediaServiceImageTags">
    <vt:lpwstr/>
  </property>
  <property fmtid="{D5CDD505-2E9C-101B-9397-08002B2CF9AE}" pid="6" name="_dlc_DocIdItemGuid">
    <vt:lpwstr>f6723a17-1fa7-4a49-8119-a8f386a0b0e8</vt:lpwstr>
  </property>
</Properties>
</file>